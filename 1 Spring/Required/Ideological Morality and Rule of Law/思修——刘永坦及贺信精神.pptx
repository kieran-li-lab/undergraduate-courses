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9" r:id="rId4"/>
  </p:sldMasterIdLst>
  <p:sldIdLst>
    <p:sldId id="314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5" r:id="rId23"/>
    <p:sldId id="306" r:id="rId24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ngsoft" initials="k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9" Type="http://schemas.openxmlformats.org/officeDocument/2006/relationships/tags" Target="tags/tag405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4.xml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image" Target="../media/image7.png"/><Relationship Id="rId6" Type="http://schemas.openxmlformats.org/officeDocument/2006/relationships/tags" Target="../tags/tag17.xml"/><Relationship Id="rId5" Type="http://schemas.openxmlformats.org/officeDocument/2006/relationships/image" Target="../media/image6.png"/><Relationship Id="rId4" Type="http://schemas.openxmlformats.org/officeDocument/2006/relationships/tags" Target="../tags/tag16.xml"/><Relationship Id="rId3" Type="http://schemas.openxmlformats.org/officeDocument/2006/relationships/image" Target="../media/image5.jpeg"/><Relationship Id="rId2" Type="http://schemas.openxmlformats.org/officeDocument/2006/relationships/tags" Target="../tags/tag15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image" Target="../media/image7.png"/><Relationship Id="rId6" Type="http://schemas.openxmlformats.org/officeDocument/2006/relationships/tags" Target="../tags/tag39.xml"/><Relationship Id="rId5" Type="http://schemas.openxmlformats.org/officeDocument/2006/relationships/image" Target="../media/image6.png"/><Relationship Id="rId4" Type="http://schemas.openxmlformats.org/officeDocument/2006/relationships/tags" Target="../tags/tag38.xml"/><Relationship Id="rId3" Type="http://schemas.openxmlformats.org/officeDocument/2006/relationships/image" Target="../media/image5.jpeg"/><Relationship Id="rId2" Type="http://schemas.openxmlformats.org/officeDocument/2006/relationships/tags" Target="../tags/tag37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65.xml"/><Relationship Id="rId7" Type="http://schemas.openxmlformats.org/officeDocument/2006/relationships/image" Target="../media/image3.png"/><Relationship Id="rId6" Type="http://schemas.openxmlformats.org/officeDocument/2006/relationships/tags" Target="../tags/tag64.xml"/><Relationship Id="rId5" Type="http://schemas.openxmlformats.org/officeDocument/2006/relationships/image" Target="../media/image2.png"/><Relationship Id="rId4" Type="http://schemas.openxmlformats.org/officeDocument/2006/relationships/tags" Target="../tags/tag63.xml"/><Relationship Id="rId3" Type="http://schemas.openxmlformats.org/officeDocument/2006/relationships/image" Target="../media/image1.jpeg"/><Relationship Id="rId2" Type="http://schemas.openxmlformats.org/officeDocument/2006/relationships/tags" Target="../tags/tag62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image" Target="../media/image6.png"/><Relationship Id="rId6" Type="http://schemas.openxmlformats.org/officeDocument/2006/relationships/tags" Target="../tags/tag73.xml"/><Relationship Id="rId5" Type="http://schemas.openxmlformats.org/officeDocument/2006/relationships/image" Target="../media/image8.png"/><Relationship Id="rId4" Type="http://schemas.openxmlformats.org/officeDocument/2006/relationships/tags" Target="../tags/tag72.xml"/><Relationship Id="rId3" Type="http://schemas.openxmlformats.org/officeDocument/2006/relationships/image" Target="../media/image5.jpeg"/><Relationship Id="rId2" Type="http://schemas.openxmlformats.org/officeDocument/2006/relationships/tags" Target="../tags/tag71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image" Target="../media/image11.png"/><Relationship Id="rId7" Type="http://schemas.openxmlformats.org/officeDocument/2006/relationships/tags" Target="../tags/tag81.xml"/><Relationship Id="rId6" Type="http://schemas.openxmlformats.org/officeDocument/2006/relationships/image" Target="../media/image10.png"/><Relationship Id="rId5" Type="http://schemas.openxmlformats.org/officeDocument/2006/relationships/tags" Target="../tags/tag80.xml"/><Relationship Id="rId4" Type="http://schemas.openxmlformats.org/officeDocument/2006/relationships/image" Target="../media/image9.png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5" Type="http://schemas.openxmlformats.org/officeDocument/2006/relationships/image" Target="../media/image12.png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1.png"/><Relationship Id="rId6" Type="http://schemas.openxmlformats.org/officeDocument/2006/relationships/tags" Target="../tags/tag90.xml"/><Relationship Id="rId5" Type="http://schemas.openxmlformats.org/officeDocument/2006/relationships/image" Target="../media/image10.png"/><Relationship Id="rId4" Type="http://schemas.openxmlformats.org/officeDocument/2006/relationships/tags" Target="../tags/tag89.xml"/><Relationship Id="rId3" Type="http://schemas.openxmlformats.org/officeDocument/2006/relationships/image" Target="../media/image9.png"/><Relationship Id="rId2" Type="http://schemas.openxmlformats.org/officeDocument/2006/relationships/tags" Target="../tags/tag88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102.xml"/><Relationship Id="rId7" Type="http://schemas.openxmlformats.org/officeDocument/2006/relationships/image" Target="../media/image13.png"/><Relationship Id="rId6" Type="http://schemas.openxmlformats.org/officeDocument/2006/relationships/tags" Target="../tags/tag101.xml"/><Relationship Id="rId5" Type="http://schemas.openxmlformats.org/officeDocument/2006/relationships/image" Target="../media/image10.png"/><Relationship Id="rId4" Type="http://schemas.openxmlformats.org/officeDocument/2006/relationships/tags" Target="../tags/tag100.xml"/><Relationship Id="rId3" Type="http://schemas.openxmlformats.org/officeDocument/2006/relationships/image" Target="../media/image9.png"/><Relationship Id="rId2" Type="http://schemas.openxmlformats.org/officeDocument/2006/relationships/tags" Target="../tags/tag99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113.xml"/><Relationship Id="rId7" Type="http://schemas.openxmlformats.org/officeDocument/2006/relationships/image" Target="../media/image12.png"/><Relationship Id="rId6" Type="http://schemas.openxmlformats.org/officeDocument/2006/relationships/tags" Target="../tags/tag112.xml"/><Relationship Id="rId5" Type="http://schemas.openxmlformats.org/officeDocument/2006/relationships/image" Target="../media/image13.png"/><Relationship Id="rId4" Type="http://schemas.openxmlformats.org/officeDocument/2006/relationships/tags" Target="../tags/tag111.xml"/><Relationship Id="rId3" Type="http://schemas.openxmlformats.org/officeDocument/2006/relationships/image" Target="../media/image9.png"/><Relationship Id="rId2" Type="http://schemas.openxmlformats.org/officeDocument/2006/relationships/tags" Target="../tags/tag110.xml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124.xml"/><Relationship Id="rId7" Type="http://schemas.openxmlformats.org/officeDocument/2006/relationships/image" Target="../media/image11.png"/><Relationship Id="rId6" Type="http://schemas.openxmlformats.org/officeDocument/2006/relationships/tags" Target="../tags/tag123.xml"/><Relationship Id="rId5" Type="http://schemas.openxmlformats.org/officeDocument/2006/relationships/image" Target="../media/image10.png"/><Relationship Id="rId4" Type="http://schemas.openxmlformats.org/officeDocument/2006/relationships/tags" Target="../tags/tag122.xml"/><Relationship Id="rId3" Type="http://schemas.openxmlformats.org/officeDocument/2006/relationships/image" Target="../media/image9.png"/><Relationship Id="rId2" Type="http://schemas.openxmlformats.org/officeDocument/2006/relationships/tags" Target="../tags/tag121.xml"/><Relationship Id="rId18" Type="http://schemas.openxmlformats.org/officeDocument/2006/relationships/tags" Target="../tags/tag133.xml"/><Relationship Id="rId17" Type="http://schemas.openxmlformats.org/officeDocument/2006/relationships/tags" Target="../tags/tag132.xml"/><Relationship Id="rId16" Type="http://schemas.openxmlformats.org/officeDocument/2006/relationships/tags" Target="../tags/tag131.xml"/><Relationship Id="rId15" Type="http://schemas.openxmlformats.org/officeDocument/2006/relationships/tags" Target="../tags/tag130.xml"/><Relationship Id="rId14" Type="http://schemas.openxmlformats.org/officeDocument/2006/relationships/tags" Target="../tags/tag129.xml"/><Relationship Id="rId13" Type="http://schemas.openxmlformats.org/officeDocument/2006/relationships/tags" Target="../tags/tag128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image" Target="../media/image10.png"/><Relationship Id="rId6" Type="http://schemas.openxmlformats.org/officeDocument/2006/relationships/tags" Target="../tags/tag136.xml"/><Relationship Id="rId5" Type="http://schemas.openxmlformats.org/officeDocument/2006/relationships/image" Target="../media/image14.png"/><Relationship Id="rId4" Type="http://schemas.openxmlformats.org/officeDocument/2006/relationships/tags" Target="../tags/tag135.xml"/><Relationship Id="rId3" Type="http://schemas.openxmlformats.org/officeDocument/2006/relationships/image" Target="../media/image9.png"/><Relationship Id="rId2" Type="http://schemas.openxmlformats.org/officeDocument/2006/relationships/tags" Target="../tags/tag134.xml"/><Relationship Id="rId17" Type="http://schemas.openxmlformats.org/officeDocument/2006/relationships/tags" Target="../tags/tag144.xml"/><Relationship Id="rId16" Type="http://schemas.openxmlformats.org/officeDocument/2006/relationships/tags" Target="../tags/tag143.xml"/><Relationship Id="rId15" Type="http://schemas.openxmlformats.org/officeDocument/2006/relationships/tags" Target="../tags/tag142.xml"/><Relationship Id="rId14" Type="http://schemas.openxmlformats.org/officeDocument/2006/relationships/tags" Target="../tags/tag141.xml"/><Relationship Id="rId13" Type="http://schemas.openxmlformats.org/officeDocument/2006/relationships/tags" Target="../tags/tag140.xml"/><Relationship Id="rId12" Type="http://schemas.openxmlformats.org/officeDocument/2006/relationships/image" Target="../media/image15.png"/><Relationship Id="rId11" Type="http://schemas.openxmlformats.org/officeDocument/2006/relationships/tags" Target="../tags/tag139.xml"/><Relationship Id="rId10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154.xml"/><Relationship Id="rId7" Type="http://schemas.openxmlformats.org/officeDocument/2006/relationships/image" Target="../media/image3.png"/><Relationship Id="rId6" Type="http://schemas.openxmlformats.org/officeDocument/2006/relationships/tags" Target="../tags/tag153.xml"/><Relationship Id="rId5" Type="http://schemas.openxmlformats.org/officeDocument/2006/relationships/image" Target="../media/image2.png"/><Relationship Id="rId4" Type="http://schemas.openxmlformats.org/officeDocument/2006/relationships/tags" Target="../tags/tag152.xml"/><Relationship Id="rId3" Type="http://schemas.openxmlformats.org/officeDocument/2006/relationships/image" Target="../media/image1.jpeg"/><Relationship Id="rId2" Type="http://schemas.openxmlformats.org/officeDocument/2006/relationships/tags" Target="../tags/tag151.xml"/><Relationship Id="rId14" Type="http://schemas.openxmlformats.org/officeDocument/2006/relationships/tags" Target="../tags/tag159.xml"/><Relationship Id="rId13" Type="http://schemas.openxmlformats.org/officeDocument/2006/relationships/tags" Target="../tags/tag158.xml"/><Relationship Id="rId12" Type="http://schemas.openxmlformats.org/officeDocument/2006/relationships/tags" Target="../tags/tag15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169.xml"/><Relationship Id="rId8" Type="http://schemas.openxmlformats.org/officeDocument/2006/relationships/tags" Target="../tags/tag168.xml"/><Relationship Id="rId7" Type="http://schemas.openxmlformats.org/officeDocument/2006/relationships/image" Target="../media/image7.png"/><Relationship Id="rId6" Type="http://schemas.openxmlformats.org/officeDocument/2006/relationships/tags" Target="../tags/tag167.xml"/><Relationship Id="rId5" Type="http://schemas.openxmlformats.org/officeDocument/2006/relationships/image" Target="../media/image6.png"/><Relationship Id="rId4" Type="http://schemas.openxmlformats.org/officeDocument/2006/relationships/tags" Target="../tags/tag166.xml"/><Relationship Id="rId3" Type="http://schemas.openxmlformats.org/officeDocument/2006/relationships/image" Target="../media/image5.jpeg"/><Relationship Id="rId2" Type="http://schemas.openxmlformats.org/officeDocument/2006/relationships/tags" Target="../tags/tag165.xml"/><Relationship Id="rId12" Type="http://schemas.openxmlformats.org/officeDocument/2006/relationships/tags" Target="../tags/tag172.xml"/><Relationship Id="rId11" Type="http://schemas.openxmlformats.org/officeDocument/2006/relationships/tags" Target="../tags/tag171.xml"/><Relationship Id="rId10" Type="http://schemas.openxmlformats.org/officeDocument/2006/relationships/tags" Target="../tags/tag170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191.xml"/><Relationship Id="rId8" Type="http://schemas.openxmlformats.org/officeDocument/2006/relationships/tags" Target="../tags/tag190.xml"/><Relationship Id="rId7" Type="http://schemas.openxmlformats.org/officeDocument/2006/relationships/image" Target="../media/image7.png"/><Relationship Id="rId6" Type="http://schemas.openxmlformats.org/officeDocument/2006/relationships/tags" Target="../tags/tag189.xml"/><Relationship Id="rId5" Type="http://schemas.openxmlformats.org/officeDocument/2006/relationships/image" Target="../media/image6.png"/><Relationship Id="rId4" Type="http://schemas.openxmlformats.org/officeDocument/2006/relationships/tags" Target="../tags/tag188.xml"/><Relationship Id="rId3" Type="http://schemas.openxmlformats.org/officeDocument/2006/relationships/image" Target="../media/image5.jpeg"/><Relationship Id="rId2" Type="http://schemas.openxmlformats.org/officeDocument/2006/relationships/tags" Target="../tags/tag187.xml"/><Relationship Id="rId11" Type="http://schemas.openxmlformats.org/officeDocument/2006/relationships/tags" Target="../tags/tag193.xml"/><Relationship Id="rId10" Type="http://schemas.openxmlformats.org/officeDocument/2006/relationships/tags" Target="../tags/tag192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215.xml"/><Relationship Id="rId7" Type="http://schemas.openxmlformats.org/officeDocument/2006/relationships/image" Target="../media/image3.png"/><Relationship Id="rId6" Type="http://schemas.openxmlformats.org/officeDocument/2006/relationships/tags" Target="../tags/tag214.xml"/><Relationship Id="rId5" Type="http://schemas.openxmlformats.org/officeDocument/2006/relationships/image" Target="../media/image2.png"/><Relationship Id="rId4" Type="http://schemas.openxmlformats.org/officeDocument/2006/relationships/tags" Target="../tags/tag213.xml"/><Relationship Id="rId3" Type="http://schemas.openxmlformats.org/officeDocument/2006/relationships/image" Target="../media/image1.jpeg"/><Relationship Id="rId2" Type="http://schemas.openxmlformats.org/officeDocument/2006/relationships/tags" Target="../tags/tag212.xml"/><Relationship Id="rId14" Type="http://schemas.openxmlformats.org/officeDocument/2006/relationships/tags" Target="../tags/tag220.xml"/><Relationship Id="rId13" Type="http://schemas.openxmlformats.org/officeDocument/2006/relationships/tags" Target="../tags/tag219.xml"/><Relationship Id="rId12" Type="http://schemas.openxmlformats.org/officeDocument/2006/relationships/tags" Target="../tags/tag218.xml"/><Relationship Id="rId11" Type="http://schemas.openxmlformats.org/officeDocument/2006/relationships/tags" Target="../tags/tag217.xml"/><Relationship Id="rId10" Type="http://schemas.openxmlformats.org/officeDocument/2006/relationships/tags" Target="../tags/tag216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tags" Target="../tags/tag224.xml"/><Relationship Id="rId7" Type="http://schemas.openxmlformats.org/officeDocument/2006/relationships/image" Target="../media/image6.png"/><Relationship Id="rId6" Type="http://schemas.openxmlformats.org/officeDocument/2006/relationships/tags" Target="../tags/tag223.xml"/><Relationship Id="rId5" Type="http://schemas.openxmlformats.org/officeDocument/2006/relationships/image" Target="../media/image8.png"/><Relationship Id="rId4" Type="http://schemas.openxmlformats.org/officeDocument/2006/relationships/tags" Target="../tags/tag222.xml"/><Relationship Id="rId3" Type="http://schemas.openxmlformats.org/officeDocument/2006/relationships/image" Target="../media/image5.jpeg"/><Relationship Id="rId2" Type="http://schemas.openxmlformats.org/officeDocument/2006/relationships/tags" Target="../tags/tag221.xml"/><Relationship Id="rId11" Type="http://schemas.openxmlformats.org/officeDocument/2006/relationships/tags" Target="../tags/tag227.xml"/><Relationship Id="rId10" Type="http://schemas.openxmlformats.org/officeDocument/2006/relationships/tags" Target="../tags/tag226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image" Target="../media/image11.png"/><Relationship Id="rId7" Type="http://schemas.openxmlformats.org/officeDocument/2006/relationships/tags" Target="../tags/tag231.xml"/><Relationship Id="rId6" Type="http://schemas.openxmlformats.org/officeDocument/2006/relationships/image" Target="../media/image10.png"/><Relationship Id="rId5" Type="http://schemas.openxmlformats.org/officeDocument/2006/relationships/tags" Target="../tags/tag230.xml"/><Relationship Id="rId4" Type="http://schemas.openxmlformats.org/officeDocument/2006/relationships/image" Target="../media/image9.png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5" Type="http://schemas.openxmlformats.org/officeDocument/2006/relationships/image" Target="../media/image12.png"/><Relationship Id="rId14" Type="http://schemas.openxmlformats.org/officeDocument/2006/relationships/tags" Target="../tags/tag237.xml"/><Relationship Id="rId13" Type="http://schemas.openxmlformats.org/officeDocument/2006/relationships/tags" Target="../tags/tag236.xml"/><Relationship Id="rId12" Type="http://schemas.openxmlformats.org/officeDocument/2006/relationships/tags" Target="../tags/tag235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42.xml"/><Relationship Id="rId8" Type="http://schemas.openxmlformats.org/officeDocument/2006/relationships/tags" Target="../tags/tag241.xml"/><Relationship Id="rId7" Type="http://schemas.openxmlformats.org/officeDocument/2006/relationships/image" Target="../media/image11.png"/><Relationship Id="rId6" Type="http://schemas.openxmlformats.org/officeDocument/2006/relationships/tags" Target="../tags/tag240.xml"/><Relationship Id="rId5" Type="http://schemas.openxmlformats.org/officeDocument/2006/relationships/image" Target="../media/image10.png"/><Relationship Id="rId4" Type="http://schemas.openxmlformats.org/officeDocument/2006/relationships/tags" Target="../tags/tag239.xml"/><Relationship Id="rId3" Type="http://schemas.openxmlformats.org/officeDocument/2006/relationships/image" Target="../media/image9.png"/><Relationship Id="rId2" Type="http://schemas.openxmlformats.org/officeDocument/2006/relationships/tags" Target="../tags/tag238.xml"/><Relationship Id="rId16" Type="http://schemas.openxmlformats.org/officeDocument/2006/relationships/tags" Target="../tags/tag248.xml"/><Relationship Id="rId15" Type="http://schemas.openxmlformats.org/officeDocument/2006/relationships/tags" Target="../tags/tag247.xml"/><Relationship Id="rId14" Type="http://schemas.openxmlformats.org/officeDocument/2006/relationships/tags" Target="../tags/tag246.xml"/><Relationship Id="rId13" Type="http://schemas.openxmlformats.org/officeDocument/2006/relationships/tags" Target="../tags/tag245.xml"/><Relationship Id="rId12" Type="http://schemas.openxmlformats.org/officeDocument/2006/relationships/tags" Target="../tags/tag244.xml"/><Relationship Id="rId11" Type="http://schemas.openxmlformats.org/officeDocument/2006/relationships/tags" Target="../tags/tag243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tags" Target="../tags/tag252.xml"/><Relationship Id="rId7" Type="http://schemas.openxmlformats.org/officeDocument/2006/relationships/image" Target="../media/image13.png"/><Relationship Id="rId6" Type="http://schemas.openxmlformats.org/officeDocument/2006/relationships/tags" Target="../tags/tag251.xml"/><Relationship Id="rId5" Type="http://schemas.openxmlformats.org/officeDocument/2006/relationships/image" Target="../media/image10.png"/><Relationship Id="rId4" Type="http://schemas.openxmlformats.org/officeDocument/2006/relationships/tags" Target="../tags/tag250.xml"/><Relationship Id="rId3" Type="http://schemas.openxmlformats.org/officeDocument/2006/relationships/image" Target="../media/image9.png"/><Relationship Id="rId2" Type="http://schemas.openxmlformats.org/officeDocument/2006/relationships/tags" Target="../tags/tag249.xml"/><Relationship Id="rId16" Type="http://schemas.openxmlformats.org/officeDocument/2006/relationships/tags" Target="../tags/tag259.xml"/><Relationship Id="rId15" Type="http://schemas.openxmlformats.org/officeDocument/2006/relationships/tags" Target="../tags/tag258.xml"/><Relationship Id="rId14" Type="http://schemas.openxmlformats.org/officeDocument/2006/relationships/tags" Target="../tags/tag257.xml"/><Relationship Id="rId13" Type="http://schemas.openxmlformats.org/officeDocument/2006/relationships/tags" Target="../tags/tag256.xml"/><Relationship Id="rId12" Type="http://schemas.openxmlformats.org/officeDocument/2006/relationships/tags" Target="../tags/tag255.xml"/><Relationship Id="rId11" Type="http://schemas.openxmlformats.org/officeDocument/2006/relationships/tags" Target="../tags/tag254.xml"/><Relationship Id="rId10" Type="http://schemas.openxmlformats.org/officeDocument/2006/relationships/tags" Target="../tags/tag253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263.xml"/><Relationship Id="rId7" Type="http://schemas.openxmlformats.org/officeDocument/2006/relationships/image" Target="../media/image12.png"/><Relationship Id="rId6" Type="http://schemas.openxmlformats.org/officeDocument/2006/relationships/tags" Target="../tags/tag262.xml"/><Relationship Id="rId5" Type="http://schemas.openxmlformats.org/officeDocument/2006/relationships/image" Target="../media/image13.png"/><Relationship Id="rId4" Type="http://schemas.openxmlformats.org/officeDocument/2006/relationships/tags" Target="../tags/tag261.xml"/><Relationship Id="rId3" Type="http://schemas.openxmlformats.org/officeDocument/2006/relationships/image" Target="../media/image9.png"/><Relationship Id="rId2" Type="http://schemas.openxmlformats.org/officeDocument/2006/relationships/tags" Target="../tags/tag260.xml"/><Relationship Id="rId16" Type="http://schemas.openxmlformats.org/officeDocument/2006/relationships/tags" Target="../tags/tag270.xml"/><Relationship Id="rId15" Type="http://schemas.openxmlformats.org/officeDocument/2006/relationships/tags" Target="../tags/tag269.xml"/><Relationship Id="rId14" Type="http://schemas.openxmlformats.org/officeDocument/2006/relationships/tags" Target="../tags/tag268.xml"/><Relationship Id="rId13" Type="http://schemas.openxmlformats.org/officeDocument/2006/relationships/tags" Target="../tags/tag267.xml"/><Relationship Id="rId12" Type="http://schemas.openxmlformats.org/officeDocument/2006/relationships/tags" Target="../tags/tag266.xml"/><Relationship Id="rId11" Type="http://schemas.openxmlformats.org/officeDocument/2006/relationships/tags" Target="../tags/tag265.xml"/><Relationship Id="rId10" Type="http://schemas.openxmlformats.org/officeDocument/2006/relationships/tags" Target="../tags/tag264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tags" Target="../tags/tag274.xml"/><Relationship Id="rId7" Type="http://schemas.openxmlformats.org/officeDocument/2006/relationships/image" Target="../media/image11.png"/><Relationship Id="rId6" Type="http://schemas.openxmlformats.org/officeDocument/2006/relationships/tags" Target="../tags/tag273.xml"/><Relationship Id="rId5" Type="http://schemas.openxmlformats.org/officeDocument/2006/relationships/image" Target="../media/image10.png"/><Relationship Id="rId4" Type="http://schemas.openxmlformats.org/officeDocument/2006/relationships/tags" Target="../tags/tag272.xml"/><Relationship Id="rId3" Type="http://schemas.openxmlformats.org/officeDocument/2006/relationships/image" Target="../media/image9.png"/><Relationship Id="rId2" Type="http://schemas.openxmlformats.org/officeDocument/2006/relationships/tags" Target="../tags/tag271.xml"/><Relationship Id="rId18" Type="http://schemas.openxmlformats.org/officeDocument/2006/relationships/tags" Target="../tags/tag283.xml"/><Relationship Id="rId17" Type="http://schemas.openxmlformats.org/officeDocument/2006/relationships/tags" Target="../tags/tag282.xml"/><Relationship Id="rId16" Type="http://schemas.openxmlformats.org/officeDocument/2006/relationships/tags" Target="../tags/tag281.xml"/><Relationship Id="rId15" Type="http://schemas.openxmlformats.org/officeDocument/2006/relationships/tags" Target="../tags/tag280.xml"/><Relationship Id="rId14" Type="http://schemas.openxmlformats.org/officeDocument/2006/relationships/tags" Target="../tags/tag279.xml"/><Relationship Id="rId13" Type="http://schemas.openxmlformats.org/officeDocument/2006/relationships/tags" Target="../tags/tag278.xml"/><Relationship Id="rId12" Type="http://schemas.openxmlformats.org/officeDocument/2006/relationships/tags" Target="../tags/tag277.xml"/><Relationship Id="rId11" Type="http://schemas.openxmlformats.org/officeDocument/2006/relationships/tags" Target="../tags/tag276.xml"/><Relationship Id="rId10" Type="http://schemas.openxmlformats.org/officeDocument/2006/relationships/tags" Target="../tags/tag275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288.xml"/><Relationship Id="rId8" Type="http://schemas.openxmlformats.org/officeDocument/2006/relationships/tags" Target="../tags/tag287.xml"/><Relationship Id="rId7" Type="http://schemas.openxmlformats.org/officeDocument/2006/relationships/image" Target="../media/image10.png"/><Relationship Id="rId6" Type="http://schemas.openxmlformats.org/officeDocument/2006/relationships/tags" Target="../tags/tag286.xml"/><Relationship Id="rId5" Type="http://schemas.openxmlformats.org/officeDocument/2006/relationships/image" Target="../media/image14.png"/><Relationship Id="rId4" Type="http://schemas.openxmlformats.org/officeDocument/2006/relationships/tags" Target="../tags/tag285.xml"/><Relationship Id="rId3" Type="http://schemas.openxmlformats.org/officeDocument/2006/relationships/image" Target="../media/image9.png"/><Relationship Id="rId2" Type="http://schemas.openxmlformats.org/officeDocument/2006/relationships/tags" Target="../tags/tag284.xml"/><Relationship Id="rId17" Type="http://schemas.openxmlformats.org/officeDocument/2006/relationships/tags" Target="../tags/tag294.xml"/><Relationship Id="rId16" Type="http://schemas.openxmlformats.org/officeDocument/2006/relationships/tags" Target="../tags/tag293.xml"/><Relationship Id="rId15" Type="http://schemas.openxmlformats.org/officeDocument/2006/relationships/tags" Target="../tags/tag292.xml"/><Relationship Id="rId14" Type="http://schemas.openxmlformats.org/officeDocument/2006/relationships/tags" Target="../tags/tag291.xml"/><Relationship Id="rId13" Type="http://schemas.openxmlformats.org/officeDocument/2006/relationships/tags" Target="../tags/tag290.xml"/><Relationship Id="rId12" Type="http://schemas.openxmlformats.org/officeDocument/2006/relationships/image" Target="../media/image15.png"/><Relationship Id="rId11" Type="http://schemas.openxmlformats.org/officeDocument/2006/relationships/tags" Target="../tags/tag289.xml"/><Relationship Id="rId10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\Users\qiu\Desktop\图片1.jpg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-1" y="1270"/>
            <a:ext cx="12192001" cy="68554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39622" y="-390873"/>
            <a:ext cx="4637845" cy="329494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-1" y="4447677"/>
            <a:ext cx="4196735" cy="184102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496300" y="3334180"/>
            <a:ext cx="3696534" cy="352381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2583543" y="2177885"/>
            <a:ext cx="7199086" cy="1235385"/>
          </a:xfrm>
        </p:spPr>
        <p:txBody>
          <a:bodyPr lIns="91440" tIns="45720" rIns="91440" bIns="45720" anchor="b" anchorCtr="0">
            <a:normAutofit/>
          </a:bodyPr>
          <a:lstStyle>
            <a:lvl1pPr algn="dist">
              <a:defRPr sz="6600" b="0" spc="600">
                <a:solidFill>
                  <a:schemeClr val="accent1"/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2583544" y="3478026"/>
            <a:ext cx="7199085" cy="743187"/>
          </a:xfrm>
        </p:spPr>
        <p:txBody>
          <a:bodyPr lIns="91440" tIns="45720" rIns="91440" bIns="4572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楷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88825" cy="68586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95972" y="-68941"/>
            <a:ext cx="2913369" cy="206979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040526" y="4806255"/>
            <a:ext cx="2152307" cy="205174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2403796" y="2423883"/>
            <a:ext cx="7384409" cy="1089399"/>
          </a:xfrm>
        </p:spPr>
        <p:txBody>
          <a:bodyPr lIns="91440" tIns="45720" rIns="91440" bIns="45720" anchor="b" anchorCtr="0">
            <a:normAutofit/>
          </a:bodyPr>
          <a:lstStyle>
            <a:lvl1pPr algn="ctr">
              <a:lnSpc>
                <a:spcPct val="100000"/>
              </a:lnSpc>
              <a:defRPr sz="4800" b="0" u="none" strike="noStrike" kern="1200" cap="none" spc="300" normalizeH="0" baseline="0">
                <a:solidFill>
                  <a:schemeClr val="accent1"/>
                </a:solidFill>
                <a:uFillTx/>
                <a:latin typeface="汉仪尚巍手书W" panose="00020600040101010101" pitchFamily="18" charset="-122"/>
                <a:ea typeface="汉仪尚巍手书W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2403796" y="3660546"/>
            <a:ext cx="7384409" cy="1235437"/>
          </a:xfrm>
        </p:spPr>
        <p:txBody>
          <a:bodyPr lIns="101600" tIns="38100" rIns="76200" bIns="38100" anchor="t" anchorCtr="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baseline="0"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>
              <a:defRPr sz="1600" baseline="0"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>
              <a:defRPr sz="1600" baseline="0"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>
              <a:defRPr sz="1600" baseline="0"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>
              <a:defRPr sz="1600" baseline="0">
                <a:latin typeface="Arial" panose="020B0604020202020204" pitchFamily="34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88825" cy="68586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95972" y="-68941"/>
            <a:ext cx="2913369" cy="206979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040526" y="4806255"/>
            <a:ext cx="2152307" cy="205174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/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:\Users\qiu\Desktop\图片1.jpg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-1" y="0"/>
            <a:ext cx="12192001" cy="685546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39622" y="-390873"/>
            <a:ext cx="4637845" cy="329494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-1" y="4447677"/>
            <a:ext cx="4196735" cy="1841023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496300" y="3334180"/>
            <a:ext cx="3696534" cy="352381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2050473" y="2245404"/>
            <a:ext cx="7980218" cy="108877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0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汉仪尚巍手书W" panose="00020600040101010101" pitchFamily="18" charset="-122"/>
                <a:ea typeface="汉仪尚巍手书W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2051050" y="3429000"/>
            <a:ext cx="7980363" cy="95754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88825" cy="68586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491470" y="5155565"/>
            <a:ext cx="1786255" cy="17030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 flipH="1">
            <a:off x="87" y="-78466"/>
            <a:ext cx="2913369" cy="206979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153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screen"/>
          <a:srcRect/>
          <a:stretch>
            <a:fillRect/>
          </a:stretch>
        </p:blipFill>
        <p:spPr>
          <a:xfrm>
            <a:off x="290195" y="304165"/>
            <a:ext cx="11606530" cy="104267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6" cstate="screen"/>
          <a:srcRect/>
          <a:stretch>
            <a:fillRect/>
          </a:stretch>
        </p:blipFill>
        <p:spPr>
          <a:xfrm flipH="1" flipV="1">
            <a:off x="291465" y="5567680"/>
            <a:ext cx="11606530" cy="9861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779125" y="5488305"/>
            <a:ext cx="1117600" cy="10655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 flipH="1">
            <a:off x="0" y="-153670"/>
            <a:ext cx="2515870" cy="1788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114681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screen"/>
          <a:srcRect/>
          <a:stretch>
            <a:fillRect/>
          </a:stretch>
        </p:blipFill>
        <p:spPr>
          <a:xfrm flipH="1" flipV="1">
            <a:off x="0" y="5781040"/>
            <a:ext cx="12192000" cy="10845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074400" y="5781040"/>
            <a:ext cx="1117600" cy="106553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0" y="-144780"/>
            <a:ext cx="2426970" cy="10648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6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4445" y="0"/>
            <a:ext cx="12192000" cy="114681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screen"/>
          <a:srcRect/>
          <a:stretch>
            <a:fillRect/>
          </a:stretch>
        </p:blipFill>
        <p:spPr>
          <a:xfrm flipH="1" flipV="1">
            <a:off x="4445" y="5781040"/>
            <a:ext cx="12192000" cy="10845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9525" y="5781040"/>
            <a:ext cx="2426970" cy="10648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1074400" y="5781040"/>
            <a:ext cx="1117600" cy="1065530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6"/>
            </p:custDataLst>
          </p:nvPr>
        </p:nvSpPr>
        <p:spPr>
          <a:xfrm>
            <a:off x="612140" y="279149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114681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 flipH="1" flipV="1">
            <a:off x="9765030" y="41275"/>
            <a:ext cx="2426970" cy="10648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 flipH="1">
            <a:off x="-179705" y="-394335"/>
            <a:ext cx="2515870" cy="178816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 cstate="screen"/>
          <a:srcRect/>
          <a:stretch>
            <a:fillRect/>
          </a:stretch>
        </p:blipFill>
        <p:spPr>
          <a:xfrm flipH="1" flipV="1">
            <a:off x="0" y="5781040"/>
            <a:ext cx="12192000" cy="108458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10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5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6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9525" y="0"/>
            <a:ext cx="12192000" cy="114681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screen"/>
          <a:srcRect/>
          <a:stretch>
            <a:fillRect/>
          </a:stretch>
        </p:blipFill>
        <p:spPr>
          <a:xfrm flipH="1" flipV="1">
            <a:off x="9525" y="5781040"/>
            <a:ext cx="12192000" cy="10845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074400" y="5781040"/>
            <a:ext cx="1117600" cy="106553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9525" y="5781040"/>
            <a:ext cx="2426970" cy="106489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10"/>
            </p:custDataLst>
          </p:nvPr>
        </p:nvSpPr>
        <p:spPr>
          <a:xfrm>
            <a:off x="254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5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6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7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8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11468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-168910" y="-398145"/>
            <a:ext cx="2252345" cy="1600835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 cstate="screen"/>
          <a:srcRect/>
          <a:stretch>
            <a:fillRect/>
          </a:stretch>
        </p:blipFill>
        <p:spPr>
          <a:xfrm flipH="1" flipV="1">
            <a:off x="0" y="5773420"/>
            <a:ext cx="12192000" cy="1084580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8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135141" y="4806255"/>
            <a:ext cx="2152307" cy="205174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0" y="4567555"/>
            <a:ext cx="3923030" cy="17208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:\Users\qiu\Desktop\图片1.jpg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-1" y="1270"/>
            <a:ext cx="12192001" cy="685546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39622" y="-390873"/>
            <a:ext cx="4637845" cy="329494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-1" y="4447677"/>
            <a:ext cx="4196735" cy="1841023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496300" y="3334180"/>
            <a:ext cx="3696534" cy="352381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2583543" y="2177885"/>
            <a:ext cx="7199086" cy="1235385"/>
          </a:xfrm>
        </p:spPr>
        <p:txBody>
          <a:bodyPr lIns="91440" tIns="45720" rIns="91440" bIns="45720" anchor="b" anchorCtr="0">
            <a:normAutofit/>
          </a:bodyPr>
          <a:lstStyle>
            <a:lvl1pPr algn="dist">
              <a:defRPr sz="6600" b="0" spc="600">
                <a:solidFill>
                  <a:schemeClr val="accent1"/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1"/>
            </p:custDataLst>
          </p:nvPr>
        </p:nvSpPr>
        <p:spPr>
          <a:xfrm>
            <a:off x="2583544" y="3478026"/>
            <a:ext cx="7199085" cy="743187"/>
          </a:xfrm>
        </p:spPr>
        <p:txBody>
          <a:bodyPr lIns="91440" tIns="45720" rIns="91440" bIns="4572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ea typeface="楷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88825" cy="68586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95972" y="-68941"/>
            <a:ext cx="2913369" cy="2069797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040526" y="4806255"/>
            <a:ext cx="2152307" cy="205174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2403796" y="2423883"/>
            <a:ext cx="7384409" cy="1089399"/>
          </a:xfrm>
        </p:spPr>
        <p:txBody>
          <a:bodyPr lIns="91440" tIns="45720" rIns="91440" bIns="45720" anchor="b" anchorCtr="0">
            <a:normAutofit/>
          </a:bodyPr>
          <a:lstStyle>
            <a:lvl1pPr algn="ctr">
              <a:lnSpc>
                <a:spcPct val="100000"/>
              </a:lnSpc>
              <a:defRPr sz="4800" b="0" u="none" strike="noStrike" kern="1200" cap="none" spc="300" normalizeH="0" baseline="0">
                <a:solidFill>
                  <a:schemeClr val="accent1"/>
                </a:solidFill>
                <a:uFillTx/>
                <a:latin typeface="汉仪尚巍手书W" panose="00020600040101010101" pitchFamily="18" charset="-122"/>
                <a:ea typeface="汉仪尚巍手书W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2403796" y="3660546"/>
            <a:ext cx="7384409" cy="1235437"/>
          </a:xfrm>
        </p:spPr>
        <p:txBody>
          <a:bodyPr lIns="101600" tIns="38100" rIns="76200" bIns="38100" anchor="t" anchorCtr="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baseline="0"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>
              <a:defRPr sz="1600" baseline="0"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>
              <a:defRPr sz="1600" baseline="0"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>
              <a:defRPr sz="1600" baseline="0"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>
              <a:defRPr sz="1600" baseline="0">
                <a:latin typeface="Arial" panose="020B0604020202020204" pitchFamily="34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88825" cy="685863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95972" y="-68941"/>
            <a:ext cx="2913369" cy="206979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0040526" y="4806255"/>
            <a:ext cx="2152307" cy="205174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/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:\Users\qiu\Desktop\图片1.jpg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-1" y="0"/>
            <a:ext cx="12192001" cy="685546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39622" y="-390873"/>
            <a:ext cx="4637845" cy="329494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-1" y="4447677"/>
            <a:ext cx="4196735" cy="1841023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496300" y="3334180"/>
            <a:ext cx="3696534" cy="352381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2050473" y="2245404"/>
            <a:ext cx="7980218" cy="108877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0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汉仪尚巍手书W" panose="00020600040101010101" pitchFamily="18" charset="-122"/>
                <a:ea typeface="汉仪尚巍手书W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2051050" y="3429000"/>
            <a:ext cx="7980363" cy="95754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88825" cy="68586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491470" y="5155565"/>
            <a:ext cx="1786255" cy="17030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 flipH="1">
            <a:off x="87" y="-78466"/>
            <a:ext cx="2913369" cy="206979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153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 cstate="screen"/>
          <a:srcRect/>
          <a:stretch>
            <a:fillRect/>
          </a:stretch>
        </p:blipFill>
        <p:spPr>
          <a:xfrm>
            <a:off x="290195" y="304165"/>
            <a:ext cx="11606530" cy="104267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6" cstate="screen"/>
          <a:srcRect/>
          <a:stretch>
            <a:fillRect/>
          </a:stretch>
        </p:blipFill>
        <p:spPr>
          <a:xfrm flipH="1" flipV="1">
            <a:off x="291465" y="5567680"/>
            <a:ext cx="11606530" cy="98615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779125" y="5488305"/>
            <a:ext cx="1117600" cy="10655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 flipH="1">
            <a:off x="0" y="-153670"/>
            <a:ext cx="2515870" cy="1788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114681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screen"/>
          <a:srcRect/>
          <a:stretch>
            <a:fillRect/>
          </a:stretch>
        </p:blipFill>
        <p:spPr>
          <a:xfrm flipH="1" flipV="1">
            <a:off x="0" y="5781040"/>
            <a:ext cx="12192000" cy="10845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074400" y="5781040"/>
            <a:ext cx="1117600" cy="106553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0" y="-144780"/>
            <a:ext cx="2426970" cy="10648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6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4445" y="0"/>
            <a:ext cx="12192000" cy="114681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screen"/>
          <a:srcRect/>
          <a:stretch>
            <a:fillRect/>
          </a:stretch>
        </p:blipFill>
        <p:spPr>
          <a:xfrm flipH="1" flipV="1">
            <a:off x="4445" y="5781040"/>
            <a:ext cx="12192000" cy="10845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9525" y="5781040"/>
            <a:ext cx="2426970" cy="10648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1074400" y="5781040"/>
            <a:ext cx="1117600" cy="1065530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6"/>
            </p:custDataLst>
          </p:nvPr>
        </p:nvSpPr>
        <p:spPr>
          <a:xfrm>
            <a:off x="612140" y="279149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114681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/>
          <a:srcRect/>
          <a:stretch>
            <a:fillRect/>
          </a:stretch>
        </p:blipFill>
        <p:spPr>
          <a:xfrm flipH="1" flipV="1">
            <a:off x="9765030" y="41275"/>
            <a:ext cx="2426970" cy="10648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 flipH="1">
            <a:off x="-179705" y="-394335"/>
            <a:ext cx="2515870" cy="178816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 cstate="screen"/>
          <a:srcRect/>
          <a:stretch>
            <a:fillRect/>
          </a:stretch>
        </p:blipFill>
        <p:spPr>
          <a:xfrm flipH="1" flipV="1">
            <a:off x="0" y="5781040"/>
            <a:ext cx="12192000" cy="108458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10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5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6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9525" y="0"/>
            <a:ext cx="12192000" cy="114681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screen"/>
          <a:srcRect/>
          <a:stretch>
            <a:fillRect/>
          </a:stretch>
        </p:blipFill>
        <p:spPr>
          <a:xfrm flipH="1" flipV="1">
            <a:off x="9525" y="5781040"/>
            <a:ext cx="12192000" cy="10845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074400" y="5781040"/>
            <a:ext cx="1117600" cy="106553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>
            <a:off x="9525" y="5781040"/>
            <a:ext cx="2426970" cy="106489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10"/>
            </p:custDataLst>
          </p:nvPr>
        </p:nvSpPr>
        <p:spPr>
          <a:xfrm>
            <a:off x="254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5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6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7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8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12192000" cy="11468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-168910" y="-398145"/>
            <a:ext cx="2252345" cy="1600835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 cstate="screen"/>
          <a:srcRect/>
          <a:stretch>
            <a:fillRect/>
          </a:stretch>
        </p:blipFill>
        <p:spPr>
          <a:xfrm flipH="1" flipV="1">
            <a:off x="0" y="5773420"/>
            <a:ext cx="12192000" cy="1084580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8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135141" y="4806255"/>
            <a:ext cx="2152307" cy="205174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>
            <a:off x="0" y="4567555"/>
            <a:ext cx="3923030" cy="17208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50.xml"/><Relationship Id="rId23" Type="http://schemas.openxmlformats.org/officeDocument/2006/relationships/tags" Target="../tags/tag149.xml"/><Relationship Id="rId22" Type="http://schemas.openxmlformats.org/officeDocument/2006/relationships/tags" Target="../tags/tag148.xml"/><Relationship Id="rId21" Type="http://schemas.openxmlformats.org/officeDocument/2006/relationships/tags" Target="../tags/tag147.xml"/><Relationship Id="rId20" Type="http://schemas.openxmlformats.org/officeDocument/2006/relationships/tags" Target="../tags/tag146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45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2.xml"/><Relationship Id="rId25" Type="http://schemas.openxmlformats.org/officeDocument/2006/relationships/theme" Target="../theme/theme3.xml"/><Relationship Id="rId24" Type="http://schemas.openxmlformats.org/officeDocument/2006/relationships/tags" Target="../tags/tag300.xml"/><Relationship Id="rId23" Type="http://schemas.openxmlformats.org/officeDocument/2006/relationships/tags" Target="../tags/tag299.xml"/><Relationship Id="rId22" Type="http://schemas.openxmlformats.org/officeDocument/2006/relationships/tags" Target="../tags/tag298.xml"/><Relationship Id="rId21" Type="http://schemas.openxmlformats.org/officeDocument/2006/relationships/tags" Target="../tags/tag297.xml"/><Relationship Id="rId20" Type="http://schemas.openxmlformats.org/officeDocument/2006/relationships/tags" Target="../tags/tag296.xml"/><Relationship Id="rId2" Type="http://schemas.openxmlformats.org/officeDocument/2006/relationships/slideLayout" Target="../slideLayouts/slideLayout31.xml"/><Relationship Id="rId19" Type="http://schemas.openxmlformats.org/officeDocument/2006/relationships/tags" Target="../tags/tag295.xml"/><Relationship Id="rId18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楷体" panose="02010609060101010101" pitchFamily="49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楷体" panose="02010609060101010101" pitchFamily="49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楷体" panose="02010609060101010101" pitchFamily="49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楷体" panose="02010609060101010101" pitchFamily="49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楷体" panose="02010609060101010101" pitchFamily="49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楷体" panose="02010609060101010101" pitchFamily="49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楷体" panose="02010609060101010101" pitchFamily="49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楷体" panose="02010609060101010101" pitchFamily="49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楷体" panose="02010609060101010101" pitchFamily="49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楷体" panose="02010609060101010101" pitchFamily="49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02.xml"/><Relationship Id="rId1" Type="http://schemas.openxmlformats.org/officeDocument/2006/relationships/tags" Target="../tags/tag30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tags" Target="../tags/tag307.xml"/><Relationship Id="rId5" Type="http://schemas.openxmlformats.org/officeDocument/2006/relationships/image" Target="../media/image5.jpeg"/><Relationship Id="rId4" Type="http://schemas.openxmlformats.org/officeDocument/2006/relationships/tags" Target="../tags/tag306.xml"/><Relationship Id="rId3" Type="http://schemas.openxmlformats.org/officeDocument/2006/relationships/tags" Target="../tags/tag305.xml"/><Relationship Id="rId2" Type="http://schemas.openxmlformats.org/officeDocument/2006/relationships/tags" Target="../tags/tag304.xml"/><Relationship Id="rId1" Type="http://schemas.openxmlformats.org/officeDocument/2006/relationships/tags" Target="../tags/tag303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311.xml"/><Relationship Id="rId5" Type="http://schemas.openxmlformats.org/officeDocument/2006/relationships/image" Target="../media/image16.jpeg"/><Relationship Id="rId4" Type="http://schemas.openxmlformats.org/officeDocument/2006/relationships/image" Target="../media/image5.jpeg"/><Relationship Id="rId3" Type="http://schemas.openxmlformats.org/officeDocument/2006/relationships/tags" Target="../tags/tag310.xml"/><Relationship Id="rId2" Type="http://schemas.openxmlformats.org/officeDocument/2006/relationships/tags" Target="../tags/tag309.xml"/><Relationship Id="rId1" Type="http://schemas.openxmlformats.org/officeDocument/2006/relationships/tags" Target="../tags/tag30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13.xml"/><Relationship Id="rId2" Type="http://schemas.openxmlformats.org/officeDocument/2006/relationships/image" Target="../media/image5.jpeg"/><Relationship Id="rId1" Type="http://schemas.openxmlformats.org/officeDocument/2006/relationships/tags" Target="../tags/tag31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315.xml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5.jpeg"/><Relationship Id="rId1" Type="http://schemas.openxmlformats.org/officeDocument/2006/relationships/tags" Target="../tags/tag3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2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tags" Target="../tags/tag31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jpeg"/><Relationship Id="rId8" Type="http://schemas.openxmlformats.org/officeDocument/2006/relationships/tags" Target="../tags/tag324.xml"/><Relationship Id="rId7" Type="http://schemas.openxmlformats.org/officeDocument/2006/relationships/tags" Target="../tags/tag323.xml"/><Relationship Id="rId6" Type="http://schemas.openxmlformats.org/officeDocument/2006/relationships/image" Target="../media/image6.png"/><Relationship Id="rId5" Type="http://schemas.openxmlformats.org/officeDocument/2006/relationships/tags" Target="../tags/tag322.xml"/><Relationship Id="rId4" Type="http://schemas.openxmlformats.org/officeDocument/2006/relationships/image" Target="../media/image8.png"/><Relationship Id="rId3" Type="http://schemas.openxmlformats.org/officeDocument/2006/relationships/tags" Target="../tags/tag321.xml"/><Relationship Id="rId2" Type="http://schemas.openxmlformats.org/officeDocument/2006/relationships/image" Target="../media/image5.jpeg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326.xml"/><Relationship Id="rId11" Type="http://schemas.openxmlformats.org/officeDocument/2006/relationships/image" Target="../media/image20.jpeg"/><Relationship Id="rId10" Type="http://schemas.openxmlformats.org/officeDocument/2006/relationships/tags" Target="../tags/tag325.xml"/><Relationship Id="rId1" Type="http://schemas.openxmlformats.org/officeDocument/2006/relationships/tags" Target="../tags/tag32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31.xml"/><Relationship Id="rId8" Type="http://schemas.openxmlformats.org/officeDocument/2006/relationships/image" Target="../media/image21.jpeg"/><Relationship Id="rId7" Type="http://schemas.openxmlformats.org/officeDocument/2006/relationships/tags" Target="../tags/tag330.xml"/><Relationship Id="rId6" Type="http://schemas.openxmlformats.org/officeDocument/2006/relationships/image" Target="../media/image6.png"/><Relationship Id="rId5" Type="http://schemas.openxmlformats.org/officeDocument/2006/relationships/tags" Target="../tags/tag329.xml"/><Relationship Id="rId4" Type="http://schemas.openxmlformats.org/officeDocument/2006/relationships/image" Target="../media/image8.png"/><Relationship Id="rId3" Type="http://schemas.openxmlformats.org/officeDocument/2006/relationships/tags" Target="../tags/tag328.xml"/><Relationship Id="rId2" Type="http://schemas.openxmlformats.org/officeDocument/2006/relationships/image" Target="../media/image5.jpeg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332.xml"/><Relationship Id="rId10" Type="http://schemas.openxmlformats.org/officeDocument/2006/relationships/image" Target="../media/image22.png"/><Relationship Id="rId1" Type="http://schemas.openxmlformats.org/officeDocument/2006/relationships/tags" Target="../tags/tag3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37.xml"/><Relationship Id="rId8" Type="http://schemas.openxmlformats.org/officeDocument/2006/relationships/tags" Target="../tags/tag336.xml"/><Relationship Id="rId7" Type="http://schemas.openxmlformats.org/officeDocument/2006/relationships/image" Target="../media/image33.png"/><Relationship Id="rId6" Type="http://schemas.openxmlformats.org/officeDocument/2006/relationships/image" Target="../media/image6.png"/><Relationship Id="rId5" Type="http://schemas.openxmlformats.org/officeDocument/2006/relationships/tags" Target="../tags/tag335.xml"/><Relationship Id="rId4" Type="http://schemas.openxmlformats.org/officeDocument/2006/relationships/image" Target="../media/image8.png"/><Relationship Id="rId3" Type="http://schemas.openxmlformats.org/officeDocument/2006/relationships/tags" Target="../tags/tag334.xml"/><Relationship Id="rId2" Type="http://schemas.openxmlformats.org/officeDocument/2006/relationships/image" Target="../media/image5.jpeg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338.xml"/><Relationship Id="rId1" Type="http://schemas.openxmlformats.org/officeDocument/2006/relationships/tags" Target="../tags/tag33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45.xml"/><Relationship Id="rId8" Type="http://schemas.openxmlformats.org/officeDocument/2006/relationships/tags" Target="../tags/tag344.xml"/><Relationship Id="rId7" Type="http://schemas.openxmlformats.org/officeDocument/2006/relationships/tags" Target="../tags/tag343.xml"/><Relationship Id="rId6" Type="http://schemas.openxmlformats.org/officeDocument/2006/relationships/tags" Target="../tags/tag342.xml"/><Relationship Id="rId5" Type="http://schemas.openxmlformats.org/officeDocument/2006/relationships/tags" Target="../tags/tag341.xml"/><Relationship Id="rId4" Type="http://schemas.openxmlformats.org/officeDocument/2006/relationships/image" Target="../media/image10.png"/><Relationship Id="rId32" Type="http://schemas.openxmlformats.org/officeDocument/2006/relationships/slideLayout" Target="../slideLayouts/slideLayout18.xml"/><Relationship Id="rId31" Type="http://schemas.openxmlformats.org/officeDocument/2006/relationships/tags" Target="../tags/tag367.xml"/><Relationship Id="rId30" Type="http://schemas.openxmlformats.org/officeDocument/2006/relationships/tags" Target="../tags/tag366.xml"/><Relationship Id="rId3" Type="http://schemas.openxmlformats.org/officeDocument/2006/relationships/tags" Target="../tags/tag340.xml"/><Relationship Id="rId29" Type="http://schemas.openxmlformats.org/officeDocument/2006/relationships/tags" Target="../tags/tag365.xml"/><Relationship Id="rId28" Type="http://schemas.openxmlformats.org/officeDocument/2006/relationships/tags" Target="../tags/tag364.xml"/><Relationship Id="rId27" Type="http://schemas.openxmlformats.org/officeDocument/2006/relationships/tags" Target="../tags/tag363.xml"/><Relationship Id="rId26" Type="http://schemas.openxmlformats.org/officeDocument/2006/relationships/tags" Target="../tags/tag362.xml"/><Relationship Id="rId25" Type="http://schemas.openxmlformats.org/officeDocument/2006/relationships/tags" Target="../tags/tag361.xml"/><Relationship Id="rId24" Type="http://schemas.openxmlformats.org/officeDocument/2006/relationships/tags" Target="../tags/tag360.xml"/><Relationship Id="rId23" Type="http://schemas.openxmlformats.org/officeDocument/2006/relationships/tags" Target="../tags/tag359.xml"/><Relationship Id="rId22" Type="http://schemas.openxmlformats.org/officeDocument/2006/relationships/tags" Target="../tags/tag358.xml"/><Relationship Id="rId21" Type="http://schemas.openxmlformats.org/officeDocument/2006/relationships/tags" Target="../tags/tag357.xml"/><Relationship Id="rId20" Type="http://schemas.openxmlformats.org/officeDocument/2006/relationships/tags" Target="../tags/tag356.xml"/><Relationship Id="rId2" Type="http://schemas.openxmlformats.org/officeDocument/2006/relationships/image" Target="../media/image9.png"/><Relationship Id="rId19" Type="http://schemas.openxmlformats.org/officeDocument/2006/relationships/tags" Target="../tags/tag355.xml"/><Relationship Id="rId18" Type="http://schemas.openxmlformats.org/officeDocument/2006/relationships/tags" Target="../tags/tag354.xml"/><Relationship Id="rId17" Type="http://schemas.openxmlformats.org/officeDocument/2006/relationships/tags" Target="../tags/tag353.xml"/><Relationship Id="rId16" Type="http://schemas.openxmlformats.org/officeDocument/2006/relationships/tags" Target="../tags/tag352.xml"/><Relationship Id="rId15" Type="http://schemas.openxmlformats.org/officeDocument/2006/relationships/tags" Target="../tags/tag351.xml"/><Relationship Id="rId14" Type="http://schemas.openxmlformats.org/officeDocument/2006/relationships/tags" Target="../tags/tag350.xml"/><Relationship Id="rId13" Type="http://schemas.openxmlformats.org/officeDocument/2006/relationships/tags" Target="../tags/tag349.xml"/><Relationship Id="rId12" Type="http://schemas.openxmlformats.org/officeDocument/2006/relationships/tags" Target="../tags/tag348.xml"/><Relationship Id="rId11" Type="http://schemas.openxmlformats.org/officeDocument/2006/relationships/tags" Target="../tags/tag347.xml"/><Relationship Id="rId10" Type="http://schemas.openxmlformats.org/officeDocument/2006/relationships/tags" Target="../tags/tag346.xml"/><Relationship Id="rId1" Type="http://schemas.openxmlformats.org/officeDocument/2006/relationships/tags" Target="../tags/tag33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74.xml"/><Relationship Id="rId8" Type="http://schemas.openxmlformats.org/officeDocument/2006/relationships/tags" Target="../tags/tag373.xml"/><Relationship Id="rId7" Type="http://schemas.openxmlformats.org/officeDocument/2006/relationships/tags" Target="../tags/tag372.xml"/><Relationship Id="rId6" Type="http://schemas.openxmlformats.org/officeDocument/2006/relationships/tags" Target="../tags/tag371.xml"/><Relationship Id="rId5" Type="http://schemas.openxmlformats.org/officeDocument/2006/relationships/tags" Target="../tags/tag370.xml"/><Relationship Id="rId4" Type="http://schemas.openxmlformats.org/officeDocument/2006/relationships/image" Target="../media/image10.png"/><Relationship Id="rId3" Type="http://schemas.openxmlformats.org/officeDocument/2006/relationships/tags" Target="../tags/tag369.xml"/><Relationship Id="rId20" Type="http://schemas.openxmlformats.org/officeDocument/2006/relationships/slideLayout" Target="../slideLayouts/slideLayout18.xml"/><Relationship Id="rId2" Type="http://schemas.openxmlformats.org/officeDocument/2006/relationships/image" Target="../media/image9.png"/><Relationship Id="rId19" Type="http://schemas.openxmlformats.org/officeDocument/2006/relationships/tags" Target="../tags/tag383.xml"/><Relationship Id="rId18" Type="http://schemas.openxmlformats.org/officeDocument/2006/relationships/image" Target="../media/image34.png"/><Relationship Id="rId17" Type="http://schemas.openxmlformats.org/officeDocument/2006/relationships/tags" Target="../tags/tag382.xml"/><Relationship Id="rId16" Type="http://schemas.openxmlformats.org/officeDocument/2006/relationships/tags" Target="../tags/tag381.xml"/><Relationship Id="rId15" Type="http://schemas.openxmlformats.org/officeDocument/2006/relationships/tags" Target="../tags/tag380.xml"/><Relationship Id="rId14" Type="http://schemas.openxmlformats.org/officeDocument/2006/relationships/tags" Target="../tags/tag379.xml"/><Relationship Id="rId13" Type="http://schemas.openxmlformats.org/officeDocument/2006/relationships/tags" Target="../tags/tag378.xml"/><Relationship Id="rId12" Type="http://schemas.openxmlformats.org/officeDocument/2006/relationships/tags" Target="../tags/tag377.xml"/><Relationship Id="rId11" Type="http://schemas.openxmlformats.org/officeDocument/2006/relationships/tags" Target="../tags/tag376.xml"/><Relationship Id="rId10" Type="http://schemas.openxmlformats.org/officeDocument/2006/relationships/tags" Target="../tags/tag375.xml"/><Relationship Id="rId1" Type="http://schemas.openxmlformats.org/officeDocument/2006/relationships/tags" Target="../tags/tag36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90.xml"/><Relationship Id="rId8" Type="http://schemas.openxmlformats.org/officeDocument/2006/relationships/tags" Target="../tags/tag389.xml"/><Relationship Id="rId7" Type="http://schemas.openxmlformats.org/officeDocument/2006/relationships/tags" Target="../tags/tag388.xml"/><Relationship Id="rId6" Type="http://schemas.openxmlformats.org/officeDocument/2006/relationships/tags" Target="../tags/tag387.xml"/><Relationship Id="rId5" Type="http://schemas.openxmlformats.org/officeDocument/2006/relationships/tags" Target="../tags/tag386.xml"/><Relationship Id="rId4" Type="http://schemas.openxmlformats.org/officeDocument/2006/relationships/image" Target="../media/image10.png"/><Relationship Id="rId3" Type="http://schemas.openxmlformats.org/officeDocument/2006/relationships/tags" Target="../tags/tag385.xml"/><Relationship Id="rId21" Type="http://schemas.openxmlformats.org/officeDocument/2006/relationships/slideLayout" Target="../slideLayouts/slideLayout18.xml"/><Relationship Id="rId20" Type="http://schemas.openxmlformats.org/officeDocument/2006/relationships/tags" Target="../tags/tag401.xml"/><Relationship Id="rId2" Type="http://schemas.openxmlformats.org/officeDocument/2006/relationships/image" Target="../media/image9.png"/><Relationship Id="rId19" Type="http://schemas.openxmlformats.org/officeDocument/2006/relationships/tags" Target="../tags/tag400.xml"/><Relationship Id="rId18" Type="http://schemas.openxmlformats.org/officeDocument/2006/relationships/tags" Target="../tags/tag399.xml"/><Relationship Id="rId17" Type="http://schemas.openxmlformats.org/officeDocument/2006/relationships/tags" Target="../tags/tag398.xml"/><Relationship Id="rId16" Type="http://schemas.openxmlformats.org/officeDocument/2006/relationships/tags" Target="../tags/tag397.xml"/><Relationship Id="rId15" Type="http://schemas.openxmlformats.org/officeDocument/2006/relationships/tags" Target="../tags/tag396.xml"/><Relationship Id="rId14" Type="http://schemas.openxmlformats.org/officeDocument/2006/relationships/tags" Target="../tags/tag395.xml"/><Relationship Id="rId13" Type="http://schemas.openxmlformats.org/officeDocument/2006/relationships/tags" Target="../tags/tag394.xml"/><Relationship Id="rId12" Type="http://schemas.openxmlformats.org/officeDocument/2006/relationships/tags" Target="../tags/tag393.xml"/><Relationship Id="rId11" Type="http://schemas.openxmlformats.org/officeDocument/2006/relationships/tags" Target="../tags/tag392.xml"/><Relationship Id="rId10" Type="http://schemas.openxmlformats.org/officeDocument/2006/relationships/tags" Target="../tags/tag391.xml"/><Relationship Id="rId1" Type="http://schemas.openxmlformats.org/officeDocument/2006/relationships/tags" Target="../tags/tag38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0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404.xml"/><Relationship Id="rId1" Type="http://schemas.openxmlformats.org/officeDocument/2006/relationships/tags" Target="../tags/tag4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508760" y="2685415"/>
            <a:ext cx="9593580" cy="1487805"/>
          </a:xfrm>
        </p:spPr>
        <p:txBody>
          <a:bodyPr>
            <a:normAutofit fontScale="90000"/>
          </a:bodyPr>
          <a:lstStyle/>
          <a:p>
            <a:pPr algn="ctr">
              <a:lnSpc>
                <a:spcPct val="400000"/>
              </a:lnSpc>
            </a:pPr>
            <a:r>
              <a:rPr lang="zh-CN" altLang="en-US" dirty="0">
                <a:solidFill>
                  <a:srgbClr val="7030A0"/>
                </a:solidFill>
                <a:latin typeface="华文行楷" panose="02010800040101010101" charset="-122"/>
                <a:ea typeface="华文行楷" panose="02010800040101010101" charset="-122"/>
              </a:rPr>
              <a:t>刘永坦院士与贺信精神</a:t>
            </a:r>
            <a:endParaRPr lang="zh-CN" altLang="en-US" dirty="0">
              <a:solidFill>
                <a:srgbClr val="7030A0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Arial" panose="020B0604020202020204" pitchFamily="34" charset="0"/>
              </a:rPr>
              <a:t>点击此处添加正文，文字是您思想的提炼，为了演示发布的良好效果，请言简意赅的阐述您的观点。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4522936" y="1103666"/>
            <a:ext cx="3146128" cy="1339213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/>
          <a:p>
            <a:pPr algn="ctr"/>
            <a:r>
              <a:rPr lang="zh-CN" altLang="en-US" sz="6600" dirty="0">
                <a:solidFill>
                  <a:schemeClr val="accent1"/>
                </a:solidFill>
                <a:latin typeface="汉仪尚巍手书W" panose="00020600040101010101" pitchFamily="18" charset="-122"/>
                <a:ea typeface="汉仪尚巍手书W" panose="00020600040101010101" pitchFamily="18" charset="-122"/>
                <a:sym typeface="Arial" panose="020B0604020202020204" pitchFamily="34" charset="0"/>
              </a:rPr>
              <a:t>第一章</a:t>
            </a:r>
            <a:endParaRPr lang="zh-CN" altLang="en-US" sz="6600" dirty="0">
              <a:solidFill>
                <a:schemeClr val="accent1"/>
              </a:solidFill>
              <a:latin typeface="汉仪尚巍手书W" panose="00020600040101010101" pitchFamily="18" charset="-122"/>
              <a:ea typeface="汉仪尚巍手书W" panose="00020600040101010101" pitchFamily="18" charset="-122"/>
              <a:sym typeface="Arial" panose="020B0604020202020204" pitchFamily="34" charset="0"/>
            </a:endParaRPr>
          </a:p>
        </p:txBody>
      </p:sp>
      <p:pic>
        <p:nvPicPr>
          <p:cNvPr id="2" name="图片 1" descr="图片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88825" cy="68586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80665" y="969010"/>
            <a:ext cx="595757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6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第一章</a:t>
            </a:r>
            <a:endParaRPr lang="zh-CN" altLang="en-US" sz="66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86205" y="2516505"/>
            <a:ext cx="87464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>
                <a:solidFill>
                  <a:schemeClr val="accent1"/>
                </a:solidFill>
              </a:rPr>
              <a:t>永坦先生的人物生平</a:t>
            </a:r>
            <a:endParaRPr lang="zh-CN" altLang="en-US" sz="4800">
              <a:solidFill>
                <a:schemeClr val="accent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50110" y="3592195"/>
            <a:ext cx="72193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从无到有，从近到远，从长缨在手，到</a:t>
            </a:r>
            <a:r>
              <a:rPr lang="zh-CN" altLang="en-US" sz="2400">
                <a:latin typeface="楷体" panose="02010609060101010101" pitchFamily="49" charset="-122"/>
                <a:ea typeface="楷体" panose="02010609060101010101" pitchFamily="49" charset="-122"/>
              </a:rPr>
              <a:t>红旗如画</a:t>
            </a:r>
            <a:endParaRPr lang="zh-CN" altLang="en-US" sz="24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空白演示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单击输入您的封面副标题</a:t>
            </a:r>
            <a:endParaRPr lang="zh-CN" altLang="en-US"/>
          </a:p>
        </p:txBody>
      </p:sp>
      <p:pic>
        <p:nvPicPr>
          <p:cNvPr id="4" name="图片 3" descr="图片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88825" cy="68586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6595" y="1111885"/>
            <a:ext cx="6598920" cy="3173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刘永坦，男，汉族</a:t>
            </a:r>
            <a:endParaRPr lang="zh-CN" altLang="en-US" sz="36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36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1936年12月1日出生于江苏南京，祖籍湖北武汉，中国科学院院士、中国工程院院士，雷达与信号处理技术专家，哈尔滨工业大学教授。</a:t>
            </a:r>
            <a:endParaRPr lang="zh-CN" altLang="en-US" sz="36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5"/>
          <a:stretch>
            <a:fillRect/>
          </a:stretch>
        </p:blipFill>
        <p:spPr>
          <a:xfrm>
            <a:off x="7587615" y="247650"/>
            <a:ext cx="3914775" cy="499554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图片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435" y="0"/>
            <a:ext cx="12188825" cy="68586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1435" y="182880"/>
            <a:ext cx="10997565" cy="6492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1953年9月至1960年3月，刘永坦先后就读于哈尔滨工业大学电机系、清华大学无线电系、成都电讯工程学院二系;</a:t>
            </a:r>
            <a:endParaRPr lang="zh-CN" altLang="en-US" sz="32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1979年1月至1981年1月，刘永坦就读于英国伯明翰大学; </a:t>
            </a:r>
            <a:endParaRPr lang="zh-CN" altLang="en-US" sz="32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1981年1月至1987年1月，任哈尔滨工业大学电子工程教研室主任;</a:t>
            </a:r>
            <a:endParaRPr lang="zh-CN" altLang="en-US" sz="32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1987年1月至1990年1月，任哈尔滨工业大学无线电系系主任;</a:t>
            </a:r>
            <a:endParaRPr lang="zh-CN" altLang="en-US" sz="32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1987年1月至2001年1月，任哈尔滨工业大学电子研究所所长;</a:t>
            </a:r>
            <a:endParaRPr lang="zh-CN" altLang="en-US" sz="32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2004年1月至2008年1月，任中国科学院主席团、信息技术科学部副主任。</a:t>
            </a:r>
            <a:endParaRPr lang="zh-CN" altLang="en-US" sz="32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1991年当选为中国科学院院士;</a:t>
            </a:r>
            <a:endParaRPr lang="zh-CN" altLang="en-US" sz="32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1994年当选为中国工程院院士 ;</a:t>
            </a:r>
            <a:endParaRPr lang="zh-CN" altLang="en-US" sz="32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2019年12月入选"中国海归70年70人"榜单 ;</a:t>
            </a:r>
            <a:endParaRPr lang="zh-CN" altLang="en-US" sz="32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320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2021年9月被授予"时代楷模"称号 。</a:t>
            </a:r>
            <a:endParaRPr lang="zh-CN" altLang="en-US" sz="320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图片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78740"/>
            <a:ext cx="12188825" cy="685863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9065" y="196850"/>
            <a:ext cx="116173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楷体" panose="02010609060101010101" pitchFamily="49" charset="-122"/>
                <a:ea typeface="楷体" panose="02010609060101010101" pitchFamily="49" charset="-122"/>
              </a:rPr>
              <a:t>刘永坦长期致力于电子工程的教学与研究工作，特别是对新体制雷达系统与信号处理技术的研究，是中国对海探测新体制雷达理论体系的奠基人。</a:t>
            </a:r>
            <a:endParaRPr lang="zh-CN" altLang="en-US" sz="280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2" name="图片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1035050" y="1328420"/>
            <a:ext cx="3935730" cy="53359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图片 102"/>
          <p:cNvPicPr/>
          <p:nvPr/>
        </p:nvPicPr>
        <p:blipFill>
          <a:blip r:embed="rId4"/>
          <a:stretch>
            <a:fillRect/>
          </a:stretch>
        </p:blipFill>
        <p:spPr>
          <a:xfrm>
            <a:off x="6129020" y="2313305"/>
            <a:ext cx="5080000" cy="33655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永坦先生的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贡献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>
                <a:sym typeface="Arial" panose="020B0604020202020204" pitchFamily="34" charset="0"/>
              </a:rPr>
              <a:t>勤耕细雨穿万里，赤胆</a:t>
            </a:r>
            <a:r>
              <a:rPr lang="zh-CN" altLang="en-US" dirty="0">
                <a:sym typeface="Arial" panose="020B0604020202020204" pitchFamily="34" charset="0"/>
              </a:rPr>
              <a:t>忠心护九</a:t>
            </a:r>
            <a:r>
              <a:rPr lang="zh-CN" altLang="en-US" dirty="0">
                <a:sym typeface="Arial" panose="020B0604020202020204" pitchFamily="34" charset="0"/>
              </a:rPr>
              <a:t>川</a:t>
            </a:r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4522301" y="1051596"/>
            <a:ext cx="3146128" cy="1339213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/>
          <a:p>
            <a:pPr algn="ctr"/>
            <a:r>
              <a:rPr lang="zh-CN" altLang="en-US" sz="6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第二章</a:t>
            </a:r>
            <a:endParaRPr lang="zh-CN" altLang="en-US" sz="6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图片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6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402570" y="5155565"/>
            <a:ext cx="1786255" cy="17030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87" y="-78466"/>
            <a:ext cx="2913369" cy="2069797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403796" y="3660546"/>
            <a:ext cx="7384409" cy="1235437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4572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ym typeface="Arial" panose="020B0604020202020204" pitchFamily="34" charset="0"/>
            </a:endParaRPr>
          </a:p>
        </p:txBody>
      </p:sp>
      <p:sp>
        <p:nvSpPr>
          <p:cNvPr id="7" name="文本占位符 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68325" y="1604010"/>
            <a:ext cx="5527040" cy="128143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 fontScale="25000"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4572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1000" dirty="0">
                <a:sym typeface="Arial" panose="020B0604020202020204" pitchFamily="34" charset="0"/>
              </a:rPr>
              <a:t>永坦先生在雷达系统与信号处理技术领域极强的造诣，突破多项关键技术，取得了一系列科研成果。</a:t>
            </a:r>
            <a:endParaRPr lang="zh-CN" altLang="en-US" sz="11000" dirty="0">
              <a:sym typeface="Arial" panose="020B0604020202020204" pitchFamily="34" charset="0"/>
            </a:endParaRPr>
          </a:p>
          <a:p>
            <a:pPr algn="l"/>
            <a:endParaRPr lang="zh-CN" altLang="en-US" sz="11000" dirty="0">
              <a:sym typeface="Arial" panose="020B0604020202020204" pitchFamily="34" charset="0"/>
            </a:endParaRPr>
          </a:p>
          <a:p>
            <a:pPr algn="l"/>
            <a:endParaRPr lang="zh-CN" altLang="en-US" dirty="0">
              <a:sym typeface="Arial" panose="020B0604020202020204" pitchFamily="34" charset="0"/>
            </a:endParaRPr>
          </a:p>
          <a:p>
            <a:pPr algn="l"/>
            <a:endParaRPr lang="zh-CN" altLang="en-US" dirty="0">
              <a:sym typeface="Arial" panose="020B0604020202020204" pitchFamily="34" charset="0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9"/>
          <a:stretch>
            <a:fillRect/>
          </a:stretch>
        </p:blipFill>
        <p:spPr>
          <a:xfrm>
            <a:off x="400050" y="3429000"/>
            <a:ext cx="5021580" cy="24771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占位符 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426710" y="3474085"/>
            <a:ext cx="6184265" cy="2120265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4572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dirty="0">
                <a:sym typeface="Arial" panose="020B0604020202020204" pitchFamily="34" charset="0"/>
              </a:rPr>
              <a:t>截至2019年1月，研制新体制对海探测雷达，解决了在强海杂波、大气噪声及电台干扰背景下信号处理和目标检测问题，并建成了中国第一个新体制雷达站。</a:t>
            </a:r>
            <a:endParaRPr lang="zh-CN" altLang="en-US" sz="2800" dirty="0">
              <a:sym typeface="Arial" panose="020B0604020202020204" pitchFamily="34" charset="0"/>
            </a:endParaRPr>
          </a:p>
          <a:p>
            <a:endParaRPr lang="zh-CN" altLang="en-US" sz="2800" dirty="0">
              <a:sym typeface="Arial" panose="020B0604020202020204" pitchFamily="34" charset="0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1"/>
          <a:stretch>
            <a:fillRect/>
          </a:stretch>
        </p:blipFill>
        <p:spPr>
          <a:xfrm>
            <a:off x="6472555" y="678815"/>
            <a:ext cx="4470400" cy="258508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 descr="图片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6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491470" y="5155565"/>
            <a:ext cx="1786255" cy="17030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87" y="-78466"/>
            <a:ext cx="2913369" cy="2069797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29310" y="1673225"/>
            <a:ext cx="6076315" cy="171196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4572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>
                <a:sym typeface="Arial" panose="020B0604020202020204" pitchFamily="34" charset="0"/>
              </a:rPr>
              <a:t>在逆合成孔径雷达研究中，发展了运动补偿理论，并针对大宽带信号提出了全系统的补偿技术。成功实现了对运动</a:t>
            </a:r>
            <a:r>
              <a:rPr sz="2800" dirty="0">
                <a:sym typeface="Arial" panose="020B0604020202020204" pitchFamily="34" charset="0"/>
              </a:rPr>
              <a:t>目标的雷达成像。</a:t>
            </a:r>
            <a:endParaRPr sz="2800" dirty="0">
              <a:sym typeface="Arial" panose="020B0604020202020204" pitchFamily="34" charset="0"/>
            </a:endParaRPr>
          </a:p>
        </p:txBody>
      </p:sp>
      <p:pic>
        <p:nvPicPr>
          <p:cNvPr id="103" name="图片 102"/>
          <p:cNvPicPr/>
          <p:nvPr/>
        </p:nvPicPr>
        <p:blipFill>
          <a:blip r:embed="rId8"/>
          <a:srcRect l="5544" t="7800" b="6381"/>
          <a:stretch>
            <a:fillRect/>
          </a:stretch>
        </p:blipFill>
        <p:spPr>
          <a:xfrm>
            <a:off x="7358380" y="1294765"/>
            <a:ext cx="3462020" cy="23056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占位符 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318760" y="3703955"/>
            <a:ext cx="6075680" cy="220726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  <a:sym typeface="+mn-ea"/>
              </a:defRPr>
            </a:lvl1pPr>
            <a:lvl2pPr marL="4572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2pPr>
            <a:lvl3pPr marL="9144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3pPr>
            <a:lvl4pPr marL="13716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4pPr>
            <a:lvl5pPr marL="182880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tint val="75000"/>
                  </a:schemeClr>
                </a:solidFill>
                <a:uFillTx/>
                <a:latin typeface="Arial" panose="020B0604020202020204" pitchFamily="34" charset="0"/>
                <a:ea typeface="楷体" panose="02010609060101010101" pitchFamily="49" charset="-122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dirty="0">
                <a:sym typeface="Arial" panose="020B0604020202020204" pitchFamily="34" charset="0"/>
              </a:rPr>
              <a:t>曾获国家科技进步奖一等奖一项，二等奖一项，及多项部委级一、二等奖励。曾获光华基金特等奖，何梁何利科学技术成就奖等</a:t>
            </a:r>
            <a:r>
              <a:rPr lang="zh-CN" altLang="en-US" sz="2800" dirty="0">
                <a:sym typeface="Arial" panose="020B0604020202020204" pitchFamily="34" charset="0"/>
              </a:rPr>
              <a:t>奖励</a:t>
            </a:r>
            <a:endParaRPr lang="zh-CN" altLang="en-US" sz="2800" dirty="0">
              <a:sym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005" y="3385185"/>
            <a:ext cx="4605655" cy="26289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06930" y="1195705"/>
            <a:ext cx="7522210" cy="2286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66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第三章</a:t>
            </a:r>
            <a:endParaRPr lang="zh-CN" altLang="en-US" sz="66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6000" dirty="0">
              <a:solidFill>
                <a:schemeClr val="accent6">
                  <a:lumMod val="75000"/>
                </a:schemeClr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4800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刘永坦院士与哈工大</a:t>
            </a:r>
            <a:endParaRPr lang="zh-CN" altLang="en-US" sz="4800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107532" y="4147820"/>
            <a:ext cx="577929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令公桃李满天下</a:t>
            </a:r>
            <a:r>
              <a:rPr lang="en-US" altLang="zh-CN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,</a:t>
            </a:r>
            <a:r>
              <a:rPr lang="zh-CN" altLang="en-US" sz="2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何用堂前更种花</a:t>
            </a:r>
            <a:endParaRPr lang="zh-CN" altLang="en-US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l="2763" t="16467" r="2334" b="4754"/>
          <a:stretch>
            <a:fillRect/>
          </a:stretch>
        </p:blipFill>
        <p:spPr>
          <a:xfrm>
            <a:off x="502444" y="146499"/>
            <a:ext cx="5464969" cy="316990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312694" y="614363"/>
            <a:ext cx="555307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刘永坦很早就在母亲的“监督”下读史书、诵诗文、勤思考，培养出了很强的求知欲和爱国心。父亲常常告诉刘永坦，科学可以救国，可以振兴中华。                                                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1953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年高考后，年仅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17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岁的刘永坦满怀求知的渴望和报国的热忱，选择来到哈尔滨工业大学学习，在班级里年龄最小，却因懂得多被称作“小老师”。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9488" y="3620009"/>
            <a:ext cx="4057650" cy="281330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42900" y="3926364"/>
            <a:ext cx="61436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改革开放后，刘永坦作为首批公派留学生前往英国。毕业时，面对导师的多次挽留，刘永坦毅然决定回国，他坚信中国人有能力研制出自己的新体制雷达。因此，他选择回到母校哈工大带领团队全力研发新体制雷达，在他的团队中，都是一众哈工大卓越的学子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47681" y="3381430"/>
            <a:ext cx="7100888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永坦班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班主任：刘永坦 中国科学院院士、中国工程院院士、“时代楷模”、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2018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年国家最高科学技术奖获得者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目标：面向新体制雷达智能感知探测、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5G/6G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通信网络、无人驾驶无线感知等前沿技术发展，培养电子信息领域拔尖创新领军人才。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专业：电子信息类专业任选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培养：可直接参与创新精英团队和重大科研项目，参与设计、开发新一代无线智能感知系统。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保障：为学生提供科创专项经费，“永瑞基金”优先资助。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357" y="481013"/>
            <a:ext cx="4795513" cy="286232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129682" y="568305"/>
            <a:ext cx="6097190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2020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8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日，刘永坦和冯秉瑞伉俪将国家最高科学技术奖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800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万元奖金全部捐出，设立永瑞基金，用于哈工大电子与信息学科人才培养。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3869" y="2383295"/>
            <a:ext cx="2838449" cy="189229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280" y="4441824"/>
            <a:ext cx="3445669" cy="22971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37" y="763588"/>
            <a:ext cx="1671182" cy="242882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48399" y="947220"/>
            <a:ext cx="6097190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周志鑫，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1965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8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月出生于安徽省太湖县，第二十届中央候补委员，空间遥感应用专家，中国科学院院士，中国人民解放军战略支援部队航天工程大学校长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83" y="3903662"/>
            <a:ext cx="1905000" cy="19431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748557" y="3671797"/>
            <a:ext cx="6097190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谢俊好，哈尔滨工业大学电子与信息工程学院博士生导师。主讲：随机信号分析，雷达系统导论等课程；研究方向：阵列信号处理，信号检测与估计，雷达系统建模、仿真与评估，无线电遥感信息处理。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49" y="114300"/>
            <a:ext cx="4004651" cy="56435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590" y="114300"/>
            <a:ext cx="3951207" cy="564356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888" y="378619"/>
            <a:ext cx="3775912" cy="483631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35819" y="5815013"/>
            <a:ext cx="8779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学习刘永坦院士先进事迹在哈工大蔚然成风</a:t>
            </a:r>
            <a:endParaRPr lang="zh-CN" altLang="en-US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364616" y="2731572"/>
            <a:ext cx="90154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200" dirty="0">
                <a:latin typeface="华文行楷" panose="02010800040101010101" charset="-122"/>
                <a:ea typeface="华文行楷" panose="02010800040101010101" charset="-122"/>
              </a:rPr>
              <a:t>先生国士，当世无双！</a:t>
            </a:r>
            <a:endParaRPr lang="zh-CN" altLang="en-US" sz="7200" dirty="0"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图片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88825" cy="68586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491470" y="5155565"/>
            <a:ext cx="1786255" cy="17030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 flipH="1">
            <a:off x="87" y="-78466"/>
            <a:ext cx="2913369" cy="206979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0742295" cy="685736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9054465" y="2365375"/>
            <a:ext cx="1188000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blurRad="50800" dist="38100" dir="2700000" sx="101000" sy="101000" algn="tl" rotWithShape="0">
              <a:schemeClr val="accent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23520" y="2934335"/>
            <a:ext cx="1188000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blurRad="50800" dist="38100" dir="2700000" sx="101000" sy="101000" algn="tl" rotWithShape="0">
              <a:schemeClr val="accent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635760" y="2934335"/>
            <a:ext cx="1188000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blurRad="50800" dist="38100" dir="2700000" sx="101000" sy="101000" algn="tl" rotWithShape="0">
              <a:schemeClr val="accent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697095" y="2934335"/>
            <a:ext cx="1188000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blurRad="50800" dist="38100" dir="2700000" sx="101000" sy="101000" algn="tl" rotWithShape="0">
              <a:schemeClr val="accent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866380" y="2934335"/>
            <a:ext cx="1188000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blurRad="50800" dist="38100" dir="2700000" sx="101000" sy="101000" algn="tl" rotWithShape="0">
              <a:schemeClr val="accent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 descr="7b0a20202020227461726765744d6f64756c65223a202270726f636573734f6e6c696e65466f6e7473220a7d0a"/>
          <p:cNvSpPr txBox="1"/>
          <p:nvPr/>
        </p:nvSpPr>
        <p:spPr>
          <a:xfrm>
            <a:off x="11035665" y="1265555"/>
            <a:ext cx="1067435" cy="353568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sz="5400">
                <a:solidFill>
                  <a:srgbClr val="7030A0"/>
                </a:solidFill>
                <a:latin typeface="华文行楷" panose="02010800040101010101" charset="-122"/>
                <a:ea typeface="华文行楷" panose="02010800040101010101" charset="-122"/>
                <a:sym typeface="汉仪程行简" panose="00020600040101010101" charset="-122"/>
              </a:rPr>
              <a:t>贺信原文</a:t>
            </a:r>
            <a:endParaRPr lang="zh-CN" altLang="en-US" sz="5400">
              <a:solidFill>
                <a:srgbClr val="7030A0"/>
              </a:solidFill>
              <a:latin typeface="华文行楷" panose="02010800040101010101" charset="-122"/>
              <a:ea typeface="华文行楷" panose="02010800040101010101" charset="-122"/>
              <a:sym typeface="汉仪程行简" panose="00020600040101010101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781685" y="4031615"/>
            <a:ext cx="1188000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blurRad="50800" dist="38100" dir="2700000" sx="101000" sy="101000" algn="tl" rotWithShape="0">
              <a:schemeClr val="accent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7659370" y="4031615"/>
            <a:ext cx="2808000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blurRad="50800" dist="38100" dir="2700000" sx="101000" sy="101000" algn="tl" rotWithShape="0">
              <a:schemeClr val="accent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9"/>
            </p:custDataLst>
          </p:nvPr>
        </p:nvCxnSpPr>
        <p:spPr>
          <a:xfrm>
            <a:off x="223520" y="4559300"/>
            <a:ext cx="1800000" cy="0"/>
          </a:xfrm>
          <a:prstGeom prst="line">
            <a:avLst/>
          </a:prstGeom>
          <a:ln>
            <a:solidFill>
              <a:schemeClr val="accent1"/>
            </a:solidFill>
          </a:ln>
          <a:effectLst>
            <a:outerShdw blurRad="50800" dist="38100" dir="2700000" sx="101000" sy="101000" algn="tl" rotWithShape="0">
              <a:schemeClr val="accent1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图片 68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-10795"/>
            <a:ext cx="12192000" cy="1146810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 cstate="screen"/>
          <a:srcRect/>
          <a:stretch>
            <a:fillRect/>
          </a:stretch>
        </p:blipFill>
        <p:spPr>
          <a:xfrm flipH="1" flipV="1">
            <a:off x="0" y="5781040"/>
            <a:ext cx="12192000" cy="1084580"/>
          </a:xfrm>
          <a:prstGeom prst="rect">
            <a:avLst/>
          </a:prstGeom>
        </p:spPr>
      </p:pic>
      <p:sp>
        <p:nvSpPr>
          <p:cNvPr id="6" name="矩形: 圆角 2"/>
          <p:cNvSpPr/>
          <p:nvPr>
            <p:custDataLst>
              <p:tags r:id="rId5"/>
            </p:custDataLst>
          </p:nvPr>
        </p:nvSpPr>
        <p:spPr>
          <a:xfrm>
            <a:off x="1040367" y="4425770"/>
            <a:ext cx="2948503" cy="537439"/>
          </a:xfrm>
          <a:prstGeom prst="roundRect">
            <a:avLst>
              <a:gd name="adj" fmla="val 4528"/>
            </a:avLst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-40989" y="3121071"/>
            <a:ext cx="4094676" cy="537439"/>
          </a:xfrm>
          <a:prstGeom prst="roundRect">
            <a:avLst>
              <a:gd name="adj" fmla="val 4528"/>
            </a:avLst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矩形: 圆角 2"/>
          <p:cNvSpPr txBox="1"/>
          <p:nvPr>
            <p:custDataLst>
              <p:tags r:id="rId7"/>
            </p:custDataLst>
          </p:nvPr>
        </p:nvSpPr>
        <p:spPr>
          <a:xfrm>
            <a:off x="104054" y="1836860"/>
            <a:ext cx="4094676" cy="537439"/>
          </a:xfrm>
          <a:prstGeom prst="roundRect">
            <a:avLst>
              <a:gd name="adj" fmla="val 4528"/>
            </a:avLst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0" algn="ctr" defTabSz="913765">
              <a:lnSpc>
                <a:spcPct val="130000"/>
              </a:lnSpc>
              <a:buClrTx/>
              <a:buSzTx/>
              <a:buFontTx/>
            </a:pPr>
            <a:r>
              <a:rPr lang="en-US" altLang="zh-CN" sz="280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Arial" panose="020B0604020202020204" pitchFamily="34" charset="0"/>
              </a:rPr>
              <a:t>党的领导</a:t>
            </a:r>
            <a:endParaRPr lang="en-US" altLang="zh-CN" sz="2800" dirty="0">
              <a:solidFill>
                <a:srgbClr val="7030A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9" name="矩形: 圆角 2"/>
          <p:cNvSpPr/>
          <p:nvPr>
            <p:custDataLst>
              <p:tags r:id="rId8"/>
            </p:custDataLst>
          </p:nvPr>
        </p:nvSpPr>
        <p:spPr>
          <a:xfrm>
            <a:off x="9338400" y="1798384"/>
            <a:ext cx="3367508" cy="537439"/>
          </a:xfrm>
          <a:prstGeom prst="roundRect">
            <a:avLst>
              <a:gd name="adj" fmla="val 4528"/>
            </a:avLst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矩形: 圆角 2"/>
          <p:cNvSpPr/>
          <p:nvPr>
            <p:custDataLst>
              <p:tags r:id="rId9"/>
            </p:custDataLst>
          </p:nvPr>
        </p:nvSpPr>
        <p:spPr>
          <a:xfrm>
            <a:off x="9339768" y="4377048"/>
            <a:ext cx="3367508" cy="537439"/>
          </a:xfrm>
          <a:prstGeom prst="roundRect">
            <a:avLst>
              <a:gd name="adj" fmla="val 4528"/>
            </a:avLst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矩形: 圆角 2"/>
          <p:cNvSpPr/>
          <p:nvPr>
            <p:custDataLst>
              <p:tags r:id="rId10"/>
            </p:custDataLst>
          </p:nvPr>
        </p:nvSpPr>
        <p:spPr>
          <a:xfrm>
            <a:off x="9348088" y="3093321"/>
            <a:ext cx="3367508" cy="537439"/>
          </a:xfrm>
          <a:prstGeom prst="roundRect">
            <a:avLst>
              <a:gd name="adj" fmla="val 4528"/>
            </a:avLst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TextBox 5"/>
          <p:cNvSpPr txBox="1"/>
          <p:nvPr>
            <p:custDataLst>
              <p:tags r:id="rId11"/>
            </p:custDataLst>
          </p:nvPr>
        </p:nvSpPr>
        <p:spPr>
          <a:xfrm>
            <a:off x="422794" y="2837993"/>
            <a:ext cx="4010831" cy="1712383"/>
          </a:xfrm>
          <a:prstGeom prst="rect">
            <a:avLst/>
          </a:prstGeom>
          <a:noFill/>
        </p:spPr>
        <p:txBody>
          <a:bodyPr wrap="square" lIns="91440" tIns="45720" rIns="91440" bIns="45720" rtlCol="0"/>
          <a:lstStyle/>
          <a:p>
            <a:pPr algn="l" defTabSz="913765">
              <a:lnSpc>
                <a:spcPct val="130000"/>
              </a:lnSpc>
            </a:pPr>
            <a:r>
              <a:rPr lang="en-US" altLang="zh-CN" sz="280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Arial" panose="020B0604020202020204" pitchFamily="34" charset="0"/>
              </a:rPr>
              <a:t>“</a:t>
            </a:r>
            <a:r>
              <a:rPr lang="zh-CN" altLang="en-US" sz="280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Arial" panose="020B0604020202020204" pitchFamily="34" charset="0"/>
              </a:rPr>
              <a:t>两个一大批</a:t>
            </a:r>
            <a:r>
              <a:rPr lang="en-US" altLang="zh-CN" sz="280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Arial" panose="020B0604020202020204" pitchFamily="34" charset="0"/>
              </a:rPr>
              <a:t>”——</a:t>
            </a:r>
            <a:endParaRPr lang="zh-CN" altLang="en-US" sz="2800" dirty="0">
              <a:solidFill>
                <a:srgbClr val="7030A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  <a:sym typeface="Arial" panose="020B0604020202020204" pitchFamily="34" charset="0"/>
            </a:endParaRPr>
          </a:p>
          <a:p>
            <a:pPr marL="0" lvl="0" indent="0" algn="l" defTabSz="913765"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Arial" panose="020B0604020202020204" pitchFamily="34" charset="0"/>
              </a:rPr>
              <a:t>   </a:t>
            </a:r>
            <a:r>
              <a:rPr lang="zh-CN" altLang="en-US" sz="280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Arial" panose="020B0604020202020204" pitchFamily="34" charset="0"/>
              </a:rPr>
              <a:t>杰出人才</a:t>
            </a:r>
            <a:r>
              <a:rPr lang="en-US" altLang="zh-CN" sz="280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Arial" panose="020B0604020202020204" pitchFamily="34" charset="0"/>
              </a:rPr>
              <a:t> </a:t>
            </a:r>
            <a:r>
              <a:rPr lang="zh-CN" altLang="en-US" sz="280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Arial" panose="020B0604020202020204" pitchFamily="34" charset="0"/>
              </a:rPr>
              <a:t>国之重器</a:t>
            </a:r>
            <a:endParaRPr lang="zh-CN" altLang="en-US" sz="2800" dirty="0">
              <a:solidFill>
                <a:srgbClr val="7030A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22" name="椭圆 21"/>
          <p:cNvSpPr/>
          <p:nvPr>
            <p:custDataLst>
              <p:tags r:id="rId12"/>
            </p:custDataLst>
          </p:nvPr>
        </p:nvSpPr>
        <p:spPr>
          <a:xfrm>
            <a:off x="5343492" y="2025638"/>
            <a:ext cx="2630827" cy="2630822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lnSpc>
                <a:spcPct val="130000"/>
              </a:lnSpc>
            </a:pPr>
            <a:endParaRPr lang="zh-CN" altLang="en-US" sz="3200" dirty="0">
              <a:solidFill>
                <a:prstClr val="white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矩形 22"/>
          <p:cNvSpPr/>
          <p:nvPr>
            <p:custDataLst>
              <p:tags r:id="rId13"/>
            </p:custDataLst>
          </p:nvPr>
        </p:nvSpPr>
        <p:spPr>
          <a:xfrm>
            <a:off x="5946517" y="2444351"/>
            <a:ext cx="1386222" cy="1847904"/>
          </a:xfrm>
          <a:prstGeom prst="rect">
            <a:avLst/>
          </a:prstGeom>
        </p:spPr>
        <p:txBody>
          <a:bodyPr wrap="square" lIns="91440" tIns="45720" rIns="91440" bIns="45720">
            <a:normAutofit lnSpcReduction="10000"/>
          </a:bodyPr>
          <a:lstStyle/>
          <a:p>
            <a:pPr algn="ctr" defTabSz="913765">
              <a:lnSpc>
                <a:spcPct val="130000"/>
              </a:lnSpc>
            </a:pPr>
            <a:r>
              <a:rPr lang="zh-CN" altLang="en-US" sz="4000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贺信精神</a:t>
            </a:r>
            <a:endParaRPr lang="zh-CN" altLang="en-US" sz="4000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椭圆 23"/>
          <p:cNvSpPr/>
          <p:nvPr>
            <p:custDataLst>
              <p:tags r:id="rId14"/>
            </p:custDataLst>
          </p:nvPr>
        </p:nvSpPr>
        <p:spPr>
          <a:xfrm>
            <a:off x="4727457" y="1424017"/>
            <a:ext cx="3834069" cy="3834068"/>
          </a:xfrm>
          <a:prstGeom prst="ellipse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lnSpc>
                <a:spcPct val="130000"/>
              </a:lnSpc>
            </a:pPr>
            <a:endParaRPr lang="zh-CN" altLang="en-US" sz="3200" dirty="0">
              <a:solidFill>
                <a:prstClr val="white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椭圆 24"/>
          <p:cNvSpPr/>
          <p:nvPr>
            <p:custDataLst>
              <p:tags r:id="rId15"/>
            </p:custDataLst>
          </p:nvPr>
        </p:nvSpPr>
        <p:spPr>
          <a:xfrm>
            <a:off x="5104203" y="1917796"/>
            <a:ext cx="245291" cy="245291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lnSpc>
                <a:spcPct val="13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16"/>
            </p:custDataLst>
          </p:nvPr>
        </p:nvCxnSpPr>
        <p:spPr>
          <a:xfrm>
            <a:off x="4059199" y="2040442"/>
            <a:ext cx="116764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>
            <p:custDataLst>
              <p:tags r:id="rId17"/>
            </p:custDataLst>
          </p:nvPr>
        </p:nvSpPr>
        <p:spPr>
          <a:xfrm>
            <a:off x="5129356" y="4560998"/>
            <a:ext cx="245291" cy="245291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lnSpc>
                <a:spcPct val="13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8" name="直接连接符 27"/>
          <p:cNvCxnSpPr/>
          <p:nvPr>
            <p:custDataLst>
              <p:tags r:id="rId18"/>
            </p:custDataLst>
          </p:nvPr>
        </p:nvCxnSpPr>
        <p:spPr>
          <a:xfrm>
            <a:off x="4084352" y="4683645"/>
            <a:ext cx="116764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>
            <p:custDataLst>
              <p:tags r:id="rId19"/>
            </p:custDataLst>
          </p:nvPr>
        </p:nvSpPr>
        <p:spPr>
          <a:xfrm>
            <a:off x="4608583" y="3239399"/>
            <a:ext cx="245292" cy="245291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lnSpc>
                <a:spcPct val="13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0" name="直接连接符 29"/>
          <p:cNvCxnSpPr/>
          <p:nvPr>
            <p:custDataLst>
              <p:tags r:id="rId20"/>
            </p:custDataLst>
          </p:nvPr>
        </p:nvCxnSpPr>
        <p:spPr>
          <a:xfrm>
            <a:off x="4059199" y="3362042"/>
            <a:ext cx="67455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>
            <p:custDataLst>
              <p:tags r:id="rId21"/>
            </p:custDataLst>
          </p:nvPr>
        </p:nvSpPr>
        <p:spPr>
          <a:xfrm flipH="1">
            <a:off x="7954733" y="1917796"/>
            <a:ext cx="245291" cy="245291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lnSpc>
                <a:spcPct val="13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22"/>
            </p:custDataLst>
          </p:nvPr>
        </p:nvCxnSpPr>
        <p:spPr>
          <a:xfrm flipH="1">
            <a:off x="8077379" y="2040442"/>
            <a:ext cx="116764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/>
          <p:cNvSpPr/>
          <p:nvPr>
            <p:custDataLst>
              <p:tags r:id="rId23"/>
            </p:custDataLst>
          </p:nvPr>
        </p:nvSpPr>
        <p:spPr>
          <a:xfrm flipH="1">
            <a:off x="7929580" y="4560998"/>
            <a:ext cx="245291" cy="245291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lnSpc>
                <a:spcPct val="13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4" name="直接连接符 33"/>
          <p:cNvCxnSpPr/>
          <p:nvPr>
            <p:custDataLst>
              <p:tags r:id="rId24"/>
            </p:custDataLst>
          </p:nvPr>
        </p:nvCxnSpPr>
        <p:spPr>
          <a:xfrm flipH="1">
            <a:off x="8052226" y="4683645"/>
            <a:ext cx="116764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椭圆 34"/>
          <p:cNvSpPr/>
          <p:nvPr>
            <p:custDataLst>
              <p:tags r:id="rId25"/>
            </p:custDataLst>
          </p:nvPr>
        </p:nvSpPr>
        <p:spPr>
          <a:xfrm flipH="1">
            <a:off x="8450352" y="3239399"/>
            <a:ext cx="245292" cy="245291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lnSpc>
                <a:spcPct val="130000"/>
              </a:lnSpc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6" name="直接连接符 35"/>
          <p:cNvCxnSpPr/>
          <p:nvPr>
            <p:custDataLst>
              <p:tags r:id="rId26"/>
            </p:custDataLst>
          </p:nvPr>
        </p:nvCxnSpPr>
        <p:spPr>
          <a:xfrm flipH="1">
            <a:off x="8570474" y="3362042"/>
            <a:ext cx="67455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2"/>
          <p:cNvSpPr txBox="1"/>
          <p:nvPr>
            <p:custDataLst>
              <p:tags r:id="rId27"/>
            </p:custDataLst>
          </p:nvPr>
        </p:nvSpPr>
        <p:spPr>
          <a:xfrm>
            <a:off x="422824" y="4397815"/>
            <a:ext cx="4094676" cy="537439"/>
          </a:xfrm>
          <a:prstGeom prst="roundRect">
            <a:avLst>
              <a:gd name="adj" fmla="val 4528"/>
            </a:avLst>
          </a:prstGeom>
          <a:noFill/>
        </p:spPr>
        <p:txBody>
          <a:bodyPr wrap="square" lIns="91440" tIns="45720" rIns="91440" bIns="45720" rtlCol="0" anchor="t">
            <a:noAutofit/>
          </a:bodyPr>
          <a:p>
            <a:pPr lvl="0" algn="ctr" defTabSz="913765">
              <a:lnSpc>
                <a:spcPct val="130000"/>
              </a:lnSpc>
              <a:buClrTx/>
              <a:buSzTx/>
              <a:buFontTx/>
            </a:pPr>
            <a:r>
              <a:rPr lang="zh-CN" altLang="en-US" sz="280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Arial" panose="020B0604020202020204" pitchFamily="34" charset="0"/>
              </a:rPr>
              <a:t>立德树人</a:t>
            </a:r>
            <a:endParaRPr lang="zh-CN" altLang="en-US" sz="2800" dirty="0">
              <a:solidFill>
                <a:srgbClr val="7030A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3" name="矩形: 圆角 2"/>
          <p:cNvSpPr txBox="1"/>
          <p:nvPr>
            <p:custDataLst>
              <p:tags r:id="rId28"/>
            </p:custDataLst>
          </p:nvPr>
        </p:nvSpPr>
        <p:spPr>
          <a:xfrm>
            <a:off x="8358419" y="1656520"/>
            <a:ext cx="4094676" cy="537439"/>
          </a:xfrm>
          <a:prstGeom prst="roundRect">
            <a:avLst>
              <a:gd name="adj" fmla="val 4528"/>
            </a:avLst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0" algn="ctr" defTabSz="913765">
              <a:lnSpc>
                <a:spcPct val="130000"/>
              </a:lnSpc>
              <a:buClrTx/>
              <a:buSzTx/>
              <a:buFontTx/>
            </a:pPr>
            <a:r>
              <a:rPr lang="zh-CN" altLang="en-US" sz="280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Arial" panose="020B0604020202020204" pitchFamily="34" charset="0"/>
              </a:rPr>
              <a:t>改革创新</a:t>
            </a:r>
            <a:endParaRPr lang="zh-CN" altLang="en-US" sz="2800" dirty="0">
              <a:solidFill>
                <a:srgbClr val="7030A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4" name="矩形: 圆角 2"/>
          <p:cNvSpPr txBox="1"/>
          <p:nvPr>
            <p:custDataLst>
              <p:tags r:id="rId29"/>
            </p:custDataLst>
          </p:nvPr>
        </p:nvSpPr>
        <p:spPr>
          <a:xfrm>
            <a:off x="8263804" y="3027485"/>
            <a:ext cx="4094676" cy="537439"/>
          </a:xfrm>
          <a:prstGeom prst="roundRect">
            <a:avLst>
              <a:gd name="adj" fmla="val 4528"/>
            </a:avLst>
          </a:prstGeom>
          <a:noFill/>
        </p:spPr>
        <p:txBody>
          <a:bodyPr wrap="square" lIns="91440" tIns="45720" rIns="91440" bIns="45720" rtlCol="0" anchor="t">
            <a:noAutofit/>
          </a:bodyPr>
          <a:p>
            <a:pPr lvl="0" algn="ctr" defTabSz="913765">
              <a:lnSpc>
                <a:spcPct val="130000"/>
              </a:lnSpc>
              <a:buClrTx/>
              <a:buSzTx/>
              <a:buFontTx/>
            </a:pPr>
            <a:r>
              <a:rPr lang="zh-CN" altLang="en-US" sz="280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Arial" panose="020B0604020202020204" pitchFamily="34" charset="0"/>
              </a:rPr>
              <a:t>奋发作为</a:t>
            </a:r>
            <a:endParaRPr lang="zh-CN" altLang="en-US" sz="2800" dirty="0">
              <a:solidFill>
                <a:srgbClr val="7030A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  <a:sym typeface="Arial" panose="020B0604020202020204" pitchFamily="34" charset="0"/>
            </a:endParaRPr>
          </a:p>
        </p:txBody>
      </p:sp>
      <p:sp>
        <p:nvSpPr>
          <p:cNvPr id="5" name="矩形: 圆角 2"/>
          <p:cNvSpPr txBox="1"/>
          <p:nvPr>
            <p:custDataLst>
              <p:tags r:id="rId30"/>
            </p:custDataLst>
          </p:nvPr>
        </p:nvSpPr>
        <p:spPr>
          <a:xfrm>
            <a:off x="8179349" y="4377495"/>
            <a:ext cx="4094676" cy="537439"/>
          </a:xfrm>
          <a:prstGeom prst="roundRect">
            <a:avLst>
              <a:gd name="adj" fmla="val 4528"/>
            </a:avLst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0" algn="ctr" defTabSz="913765">
              <a:lnSpc>
                <a:spcPct val="130000"/>
              </a:lnSpc>
              <a:buClrTx/>
              <a:buSzTx/>
              <a:buFontTx/>
            </a:pPr>
            <a:r>
              <a:rPr lang="zh-CN" altLang="en-US" sz="2800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华文中宋" panose="02010600040101010101" pitchFamily="2" charset="-122"/>
                <a:sym typeface="Arial" panose="020B0604020202020204" pitchFamily="34" charset="0"/>
              </a:rPr>
              <a:t>追求卓越</a:t>
            </a:r>
            <a:endParaRPr lang="zh-CN" altLang="en-US" sz="2800" dirty="0">
              <a:solidFill>
                <a:srgbClr val="7030A0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华文中宋" panose="02010600040101010101" pitchFamily="2" charset="-122"/>
              <a:sym typeface="Arial" panose="020B0604020202020204" pitchFamily="34" charset="0"/>
            </a:endParaRPr>
          </a:p>
        </p:txBody>
      </p:sp>
    </p:spTree>
    <p:custDataLst>
      <p:tags r:id="rId3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3" grpId="0"/>
      <p:bldP spid="13" grpId="1"/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9525" y="0"/>
            <a:ext cx="12192000" cy="114681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 cstate="screen"/>
          <a:srcRect/>
          <a:stretch>
            <a:fillRect/>
          </a:stretch>
        </p:blipFill>
        <p:spPr>
          <a:xfrm flipH="1" flipV="1">
            <a:off x="9525" y="5781040"/>
            <a:ext cx="12192000" cy="1084580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5107428" y="916928"/>
            <a:ext cx="5435046" cy="143243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4916357" y="1259497"/>
            <a:ext cx="658904" cy="580963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1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直角三角形 10"/>
          <p:cNvSpPr/>
          <p:nvPr>
            <p:custDataLst>
              <p:tags r:id="rId7"/>
            </p:custDataLst>
          </p:nvPr>
        </p:nvSpPr>
        <p:spPr>
          <a:xfrm rot="5400000" flipV="1">
            <a:off x="4967644" y="1789175"/>
            <a:ext cx="88497" cy="191071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5107428" y="2856669"/>
            <a:ext cx="5435046" cy="143243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4916357" y="3199238"/>
            <a:ext cx="658904" cy="580963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2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" name="直角三角形 18"/>
          <p:cNvSpPr/>
          <p:nvPr>
            <p:custDataLst>
              <p:tags r:id="rId10"/>
            </p:custDataLst>
          </p:nvPr>
        </p:nvSpPr>
        <p:spPr>
          <a:xfrm rot="5400000" flipV="1">
            <a:off x="4967644" y="3728916"/>
            <a:ext cx="88497" cy="191071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1" name="矩形 20"/>
          <p:cNvSpPr/>
          <p:nvPr>
            <p:custDataLst>
              <p:tags r:id="rId11"/>
            </p:custDataLst>
          </p:nvPr>
        </p:nvSpPr>
        <p:spPr>
          <a:xfrm>
            <a:off x="5107428" y="4796410"/>
            <a:ext cx="5435046" cy="143243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矩形 22"/>
          <p:cNvSpPr/>
          <p:nvPr>
            <p:custDataLst>
              <p:tags r:id="rId12"/>
            </p:custDataLst>
          </p:nvPr>
        </p:nvSpPr>
        <p:spPr>
          <a:xfrm>
            <a:off x="4916357" y="5138979"/>
            <a:ext cx="658904" cy="580963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3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直角三角形 23"/>
          <p:cNvSpPr/>
          <p:nvPr>
            <p:custDataLst>
              <p:tags r:id="rId13"/>
            </p:custDataLst>
          </p:nvPr>
        </p:nvSpPr>
        <p:spPr>
          <a:xfrm rot="5400000" flipV="1">
            <a:off x="4967644" y="5668657"/>
            <a:ext cx="88497" cy="191071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>
            <p:custDataLst>
              <p:tags r:id="rId14"/>
            </p:custDataLst>
          </p:nvPr>
        </p:nvSpPr>
        <p:spPr>
          <a:xfrm>
            <a:off x="5663249" y="1398207"/>
            <a:ext cx="4167798" cy="444006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核心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——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许党报国</a:t>
            </a:r>
            <a:endParaRPr lang="zh-CN" altLang="en-US" sz="3200" dirty="0">
              <a:solidFill>
                <a:schemeClr val="tx2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9" name="文本框 48"/>
          <p:cNvSpPr txBox="1"/>
          <p:nvPr>
            <p:custDataLst>
              <p:tags r:id="rId15"/>
            </p:custDataLst>
          </p:nvPr>
        </p:nvSpPr>
        <p:spPr>
          <a:xfrm>
            <a:off x="5763240" y="2964526"/>
            <a:ext cx="4167798" cy="444006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Autofit/>
          </a:bodyPr>
          <a:lstStyle/>
          <a:p>
            <a:pPr algn="ctr">
              <a:lnSpc>
                <a:spcPct val="170000"/>
              </a:lnSpc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路标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——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两个大局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5741035" y="4921250"/>
            <a:ext cx="4167505" cy="88646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Autofit/>
          </a:bodyPr>
          <a:lstStyle/>
          <a:p>
            <a:pPr lvl="0" algn="ctr">
              <a:lnSpc>
                <a:spcPct val="160000"/>
              </a:lnSpc>
              <a:buClrTx/>
              <a:buSzTx/>
              <a:buFontTx/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动力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——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改革创新</a:t>
            </a:r>
            <a:endParaRPr lang="zh-CN" altLang="en-US" sz="3200" dirty="0">
              <a:solidFill>
                <a:schemeClr val="tx2"/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18"/>
          <a:srcRect/>
          <a:stretch>
            <a:fillRect/>
          </a:stretch>
        </p:blipFill>
        <p:spPr>
          <a:xfrm>
            <a:off x="830580" y="1294130"/>
            <a:ext cx="3561715" cy="5205095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49" grpId="0"/>
      <p:bldP spid="49" grpId="1"/>
      <p:bldP spid="52" grpId="0"/>
      <p:bldP spid="5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114681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4" cstate="screen"/>
          <a:srcRect/>
          <a:stretch>
            <a:fillRect/>
          </a:stretch>
        </p:blipFill>
        <p:spPr>
          <a:xfrm flipH="1" flipV="1">
            <a:off x="0" y="5781040"/>
            <a:ext cx="12192000" cy="1084580"/>
          </a:xfrm>
          <a:prstGeom prst="rect">
            <a:avLst/>
          </a:prstGeom>
        </p:spPr>
      </p:pic>
      <p:sp>
        <p:nvSpPr>
          <p:cNvPr id="6" name="缺角矩形 5"/>
          <p:cNvSpPr/>
          <p:nvPr>
            <p:custDataLst>
              <p:tags r:id="rId5"/>
            </p:custDataLst>
          </p:nvPr>
        </p:nvSpPr>
        <p:spPr>
          <a:xfrm>
            <a:off x="10415905" y="817880"/>
            <a:ext cx="1064260" cy="5451475"/>
          </a:xfrm>
          <a:prstGeom prst="plaque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</a:pPr>
            <a:r>
              <a:rPr kumimoji="0" lang="zh-CN" altLang="en-US" sz="4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行楷" panose="02010800040101010101" charset="-122"/>
                <a:ea typeface="华文行楷" panose="02010800040101010101" charset="-122"/>
                <a:cs typeface="+mn-ea"/>
                <a:sym typeface="Arial" panose="020B0604020202020204" pitchFamily="34" charset="0"/>
              </a:rPr>
              <a:t>刘永坦与贺信精神</a:t>
            </a:r>
            <a:endParaRPr kumimoji="0" lang="zh-CN" altLang="en-US" sz="4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行楷" panose="02010800040101010101" charset="-122"/>
              <a:ea typeface="华文行楷" panose="02010800040101010101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矩形: 圆角 10"/>
          <p:cNvSpPr/>
          <p:nvPr>
            <p:custDataLst>
              <p:tags r:id="rId6"/>
            </p:custDataLst>
          </p:nvPr>
        </p:nvSpPr>
        <p:spPr>
          <a:xfrm>
            <a:off x="481948" y="2202200"/>
            <a:ext cx="9898419" cy="1137167"/>
          </a:xfrm>
          <a:prstGeom prst="roundRect">
            <a:avLst>
              <a:gd name="adj" fmla="val 0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CE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>
            <p:custDataLst>
              <p:tags r:id="rId7"/>
            </p:custDataLst>
          </p:nvPr>
        </p:nvSpPr>
        <p:spPr>
          <a:xfrm>
            <a:off x="837565" y="2334718"/>
            <a:ext cx="10147262" cy="1112546"/>
          </a:xfrm>
          <a:prstGeom prst="rect">
            <a:avLst/>
          </a:prstGeom>
        </p:spPr>
        <p:txBody>
          <a:bodyPr wrap="square" lIns="91440" tIns="45720" rIns="91440" bIns="4572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国之重器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——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中国唯一具备全天时、全天候、超视距、海空兼容对海探测能力的雷达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218826" y="2570762"/>
            <a:ext cx="519569" cy="40004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91440" tIns="45720" rIns="91440" bIns="45720" rtlCol="0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sym typeface="Arial" panose="020B0604020202020204" pitchFamily="34" charset="0"/>
              </a:rPr>
              <a:t>02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23" name="矩形: 圆角 22"/>
          <p:cNvSpPr/>
          <p:nvPr>
            <p:custDataLst>
              <p:tags r:id="rId9"/>
            </p:custDataLst>
          </p:nvPr>
        </p:nvSpPr>
        <p:spPr>
          <a:xfrm>
            <a:off x="481948" y="703235"/>
            <a:ext cx="9898419" cy="1137167"/>
          </a:xfrm>
          <a:prstGeom prst="roundRect">
            <a:avLst>
              <a:gd name="adj" fmla="val 0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CE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缺角矩形 23"/>
          <p:cNvSpPr/>
          <p:nvPr>
            <p:custDataLst>
              <p:tags r:id="rId10"/>
            </p:custDataLst>
          </p:nvPr>
        </p:nvSpPr>
        <p:spPr>
          <a:xfrm>
            <a:off x="247988" y="1037858"/>
            <a:ext cx="467921" cy="467921"/>
          </a:xfrm>
          <a:prstGeom prst="plaqu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矩形 24"/>
          <p:cNvSpPr/>
          <p:nvPr>
            <p:custDataLst>
              <p:tags r:id="rId11"/>
            </p:custDataLst>
          </p:nvPr>
        </p:nvSpPr>
        <p:spPr>
          <a:xfrm>
            <a:off x="837746" y="705881"/>
            <a:ext cx="9322618" cy="1112824"/>
          </a:xfrm>
          <a:prstGeom prst="rect">
            <a:avLst/>
          </a:prstGeom>
        </p:spPr>
        <p:txBody>
          <a:bodyPr wrap="square" lIns="91440" tIns="45720" rIns="91440" bIns="45720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坚持党的领导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——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深根龙江六十载，坚守报国初心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12"/>
            </p:custDataLst>
          </p:nvPr>
        </p:nvSpPr>
        <p:spPr>
          <a:xfrm>
            <a:off x="218826" y="1071797"/>
            <a:ext cx="519569" cy="40004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91440" tIns="45720" rIns="91440" bIns="45720" rtlCol="0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sym typeface="Arial" panose="020B0604020202020204" pitchFamily="34" charset="0"/>
              </a:rPr>
              <a:t>01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28" name="矩形: 圆角 27"/>
          <p:cNvSpPr/>
          <p:nvPr>
            <p:custDataLst>
              <p:tags r:id="rId13"/>
            </p:custDataLst>
          </p:nvPr>
        </p:nvSpPr>
        <p:spPr>
          <a:xfrm>
            <a:off x="481948" y="3917065"/>
            <a:ext cx="9898419" cy="1137167"/>
          </a:xfrm>
          <a:prstGeom prst="roundRect">
            <a:avLst>
              <a:gd name="adj" fmla="val 0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CE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缺角矩形 28"/>
          <p:cNvSpPr/>
          <p:nvPr>
            <p:custDataLst>
              <p:tags r:id="rId14"/>
            </p:custDataLst>
          </p:nvPr>
        </p:nvSpPr>
        <p:spPr>
          <a:xfrm>
            <a:off x="247988" y="4251688"/>
            <a:ext cx="467921" cy="467921"/>
          </a:xfrm>
          <a:prstGeom prst="plaqu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0" name="矩形 29"/>
          <p:cNvSpPr/>
          <p:nvPr>
            <p:custDataLst>
              <p:tags r:id="rId15"/>
            </p:custDataLst>
          </p:nvPr>
        </p:nvSpPr>
        <p:spPr>
          <a:xfrm>
            <a:off x="838381" y="3938761"/>
            <a:ext cx="9322618" cy="1112824"/>
          </a:xfrm>
          <a:prstGeom prst="rect">
            <a:avLst/>
          </a:prstGeom>
        </p:spPr>
        <p:txBody>
          <a:bodyPr wrap="square" lIns="91440" tIns="45720" rIns="91440" bIns="45720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自主创新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——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对海探测方案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文本框 30"/>
          <p:cNvSpPr txBox="1"/>
          <p:nvPr>
            <p:custDataLst>
              <p:tags r:id="rId16"/>
            </p:custDataLst>
          </p:nvPr>
        </p:nvSpPr>
        <p:spPr>
          <a:xfrm>
            <a:off x="218826" y="4285627"/>
            <a:ext cx="519569" cy="40004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91440" tIns="45720" rIns="91440" bIns="45720" rtlCol="0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sym typeface="Arial" panose="020B0604020202020204" pitchFamily="34" charset="0"/>
              </a:rPr>
              <a:t>03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3" name="矩形: 圆角 27"/>
          <p:cNvSpPr/>
          <p:nvPr>
            <p:custDataLst>
              <p:tags r:id="rId17"/>
            </p:custDataLst>
          </p:nvPr>
        </p:nvSpPr>
        <p:spPr>
          <a:xfrm>
            <a:off x="481948" y="5348355"/>
            <a:ext cx="9898419" cy="1137167"/>
          </a:xfrm>
          <a:prstGeom prst="roundRect">
            <a:avLst>
              <a:gd name="adj" fmla="val 0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CE1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18"/>
            </p:custDataLst>
          </p:nvPr>
        </p:nvSpPr>
        <p:spPr>
          <a:xfrm>
            <a:off x="218826" y="5716917"/>
            <a:ext cx="519569" cy="400042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91440" tIns="45720" rIns="91440" bIns="45720" rtlCol="0">
            <a:norm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sym typeface="Arial" panose="020B0604020202020204" pitchFamily="34" charset="0"/>
              </a:rPr>
              <a:t>04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>
            <p:custDataLst>
              <p:tags r:id="rId19"/>
            </p:custDataLst>
          </p:nvPr>
        </p:nvSpPr>
        <p:spPr>
          <a:xfrm>
            <a:off x="837746" y="5348461"/>
            <a:ext cx="9322618" cy="1112824"/>
          </a:xfrm>
          <a:prstGeom prst="rect">
            <a:avLst/>
          </a:prstGeom>
        </p:spPr>
        <p:txBody>
          <a:bodyPr wrap="square" lIns="91440" tIns="45720" rIns="91440" bIns="45720">
            <a:normAutofit/>
          </a:bodyPr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立德树人</a:t>
            </a:r>
            <a:r>
              <a: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——</a:t>
            </a:r>
            <a:endParaRPr lang="en-US" altLang="zh-CN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从教六十年，编写多部专著教材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楷体" panose="02010609060101010101" pitchFamily="49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20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13" grpId="0"/>
      <p:bldP spid="13" grpId="1"/>
      <p:bldP spid="30" grpId="0"/>
      <p:bldP spid="30" grpId="1"/>
      <p:bldP spid="7" grpId="0"/>
      <p:bldP spid="7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2403796" y="2423883"/>
            <a:ext cx="7384409" cy="1089399"/>
          </a:xfrm>
        </p:spPr>
        <p:txBody>
          <a:bodyPr/>
          <a:p>
            <a:r>
              <a:rPr lang="zh-CN" altLang="en-US" sz="5400">
                <a:solidFill>
                  <a:srgbClr val="7030A0"/>
                </a:solidFill>
                <a:latin typeface="华文行楷" panose="02010800040101010101" charset="-122"/>
                <a:ea typeface="华文行楷" panose="02010800040101010101" charset="-122"/>
              </a:rPr>
              <a:t>向刘永坦院士致敬！</a:t>
            </a:r>
            <a:endParaRPr lang="zh-CN" altLang="en-US" sz="5400">
              <a:solidFill>
                <a:srgbClr val="7030A0"/>
              </a:solidFill>
              <a:latin typeface="华文行楷" panose="02010800040101010101" charset="-122"/>
              <a:ea typeface="华文行楷" panose="02010800040101010101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050473" y="2751499"/>
            <a:ext cx="7980218" cy="1088776"/>
          </a:xfrm>
        </p:spPr>
        <p:txBody>
          <a:bodyPr lIns="91440" tIns="45720" rIns="91440" bIns="45720">
            <a:normAutofit/>
          </a:bodyPr>
          <a:lstStyle/>
          <a:p>
            <a:r>
              <a:rPr lang="zh-CN" altLang="en-US" dirty="0"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感谢观看！ </a:t>
            </a:r>
            <a:endParaRPr lang="zh-CN" altLang="en-US" dirty="0"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6f761bd2-13c9-427f-913a-fa94651b72fb}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2f531e34-01af-4130-be3a-1f01eb18f3c1}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ab6db00d-e613-492f-b843-74fced05aa33}"/>
</p:tagLst>
</file>

<file path=ppt/tags/tag7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91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93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103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04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</p:tagLst>
</file>

<file path=ppt/tags/tag114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15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125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26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elt"/>
</p:tagLst>
</file>

<file path=ppt/tags/tag137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140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7617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7617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7617"/>
  <p:tag name="KSO_WM_TEMPLATE_THUMBS_INDEX" val="1、4、5、6、8、10、11、12、13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2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2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241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</p:tagLst>
</file>

<file path=ppt/tags/tag243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SLIDE_BACKGROUND_TYPE" val="leftRight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</p:tagLst>
</file>

<file path=ppt/tags/tag253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54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SLIDE_BACKGROUND_TYPE" val="topBottom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</p:tagLst>
</file>

<file path=ppt/tags/tag264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65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</p:tagLst>
</file>

<file path=ppt/tags/tag275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76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SLIDE_BACKGROUND_TYPE" val="navigation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elt"/>
</p:tagLst>
</file>

<file path=ppt/tags/tag287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290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7617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7617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7617"/>
  <p:tag name="KSO_WM_TEMPLATE_THUMBS_INDEX" val="1、4、5、6、8、10、11、12、13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7*a*1"/>
  <p:tag name="KSO_WM_TEMPLATE_CATEGORY" val="custom"/>
  <p:tag name="KSO_WM_TEMPLATE_INDEX" val="20207617"/>
  <p:tag name="KSO_WM_UNIT_LAYERLEVEL" val="1"/>
  <p:tag name="KSO_WM_TAG_VERSION" val="1.0"/>
  <p:tag name="KSO_WM_BEAUTIFY_FLAG" val=""/>
  <p:tag name="KSO_WM_UNIT_ISCONTENTSTITLE" val="0"/>
  <p:tag name="KSO_WM_UNIT_ISNUMDGMTITLE" val="0"/>
  <p:tag name="KSO_WM_UNIT_NOCLEAR" val="0"/>
  <p:tag name="KSO_WM_UNIT_VALUE" val="17"/>
  <p:tag name="KSO_WM_UNIT_TYPE" val="a"/>
  <p:tag name="KSO_WM_UNIT_INDEX" val="1"/>
  <p:tag name="KSO_WM_UNIT_PRESET_TEXT" val="单击此处添加标题"/>
</p:tagLst>
</file>

<file path=ppt/tags/tag302.xml><?xml version="1.0" encoding="utf-8"?>
<p:tagLst xmlns:p="http://schemas.openxmlformats.org/presentationml/2006/main">
  <p:tag name="KSO_WM_SLIDE_ID" val="custom20207617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7617"/>
  <p:tag name="KSO_WM_SLIDE_LAYOUT" val="a_b"/>
  <p:tag name="KSO_WM_SLIDE_LAYOUT_CNT" val="1_1"/>
  <p:tag name="KSO_WM_TEMPLATE_THUMBS_INDEX" val="1、4、6、7、8、10、11、13、15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7*a*1"/>
  <p:tag name="KSO_WM_TEMPLATE_CATEGORY" val="custom"/>
  <p:tag name="KSO_WM_TEMPLATE_INDEX" val="20207617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17"/>
  <p:tag name="KSO_WM_UNIT_TYPE" val="a"/>
  <p:tag name="KSO_WM_UNIT_INDEX" val="1"/>
  <p:tag name="KSO_WM_UNIT_PRESET_TEXT" val="单击此处添加标题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7*b*1"/>
  <p:tag name="KSO_WM_TEMPLATE_CATEGORY" val="custom"/>
  <p:tag name="KSO_WM_TEMPLATE_INDEX" val="20207617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140"/>
  <p:tag name="KSO_WM_UNIT_TYPE" val="b"/>
  <p:tag name="KSO_WM_UNIT_INDEX" val="1"/>
  <p:tag name="KSO_WM_UNIT_PRESET_TEXT" val="点击此处添加正文，文字是您思想的提炼，为了演示发布的良好效果，请言简意赅的阐述您的观点。"/>
</p:tagLst>
</file>

<file path=ppt/tags/tag305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7617_7*e*1"/>
  <p:tag name="KSO_WM_TEMPLATE_CATEGORY" val="custom"/>
  <p:tag name="KSO_WM_TEMPLATE_INDEX" val="20207617"/>
  <p:tag name="KSO_WM_UNIT_LAYERLEVEL" val="1"/>
  <p:tag name="KSO_WM_TAG_VERSION" val="1.0"/>
  <p:tag name="KSO_WM_BEAUTIFY_FLAG" val="#wm#"/>
  <p:tag name="KSO_WM_UNIT_TYPE" val="e"/>
  <p:tag name="KSO_WM_UNIT_INDEX" val="1"/>
  <p:tag name="KSO_WM_UNIT_PRESET_TEXT" val="第一章"/>
  <p:tag name="KSO_WM_UNIT_NOCLEAR" val="0"/>
  <p:tag name="KSO_WM_UNIT_VALUE" val="1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6f761bd2-13c9-427f-913a-fa94651b72fb}"/>
  <p:tag name="KSO_WM_UNIT_TYPE" val="i"/>
</p:tagLst>
</file>

<file path=ppt/tags/tag307.xml><?xml version="1.0" encoding="utf-8"?>
<p:tagLst xmlns:p="http://schemas.openxmlformats.org/presentationml/2006/main">
  <p:tag name="KSO_WM_SLIDE_ID" val="custom20207617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7617"/>
  <p:tag name="KSO_WM_SLIDE_TYPE" val="sectionTitle"/>
  <p:tag name="KSO_WM_SLIDE_SUBTYPE" val="pureTxt"/>
  <p:tag name="KSO_WM_SLIDE_LAYOUT" val="a_b_e"/>
  <p:tag name="KSO_WM_SLIDE_LAYOUT_CNT" val="1_1_1"/>
</p:tagLst>
</file>

<file path=ppt/tags/tag308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6f761bd2-13c9-427f-913a-fa94651b72fb}"/>
  <p:tag name="KSO_WM_UNIT_TYPE" val="i"/>
</p:tagLst>
</file>

<file path=ppt/tags/tag311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6f761bd2-13c9-427f-913a-fa94651b72fb}"/>
  <p:tag name="KSO_WM_UNIT_TYPE" val="i"/>
</p:tagLst>
</file>

<file path=ppt/tags/tag3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6f761bd2-13c9-427f-913a-fa94651b72fb}"/>
  <p:tag name="KSO_WM_UNIT_TYPE" val="i"/>
</p:tagLst>
</file>

<file path=ppt/tags/tag3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7*a*1"/>
  <p:tag name="KSO_WM_TEMPLATE_CATEGORY" val="custom"/>
  <p:tag name="KSO_WM_TEMPLATE_INDEX" val="20207617"/>
  <p:tag name="KSO_WM_UNIT_LAYERLEVEL" val="1"/>
  <p:tag name="KSO_WM_TAG_VERSION" val="1.0"/>
  <p:tag name="KSO_WM_UNIT_ISCONTENTSTITLE" val="0"/>
  <p:tag name="KSO_WM_UNIT_ISNUMDGMTITLE" val="0"/>
  <p:tag name="KSO_WM_UNIT_NOCLEAR" val="0"/>
  <p:tag name="KSO_WM_UNIT_VALUE" val="17"/>
  <p:tag name="KSO_WM_UNIT_PRESET_TEXT" val="单击此处添加标题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7*b*1"/>
  <p:tag name="KSO_WM_TEMPLATE_CATEGORY" val="custom"/>
  <p:tag name="KSO_WM_TEMPLATE_INDEX" val="20207617"/>
  <p:tag name="KSO_WM_UNIT_LAYERLEVEL" val="1"/>
  <p:tag name="KSO_WM_TAG_VERSION" val="1.0"/>
  <p:tag name="KSO_WM_UNIT_ISCONTENTSTITLE" val="0"/>
  <p:tag name="KSO_WM_UNIT_ISNUMDGMTITLE" val="0"/>
  <p:tag name="KSO_WM_UNIT_NOCLEAR" val="0"/>
  <p:tag name="KSO_WM_UNIT_VALUE" val="140"/>
  <p:tag name="KSO_WM_UNIT_PRESET_TEXT" val="点击此处添加正文，文字是您思想的提炼，为了演示发布的良好效果，请言简意赅的阐述您的观点。"/>
</p:tagLst>
</file>

<file path=ppt/tags/tag31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7617_7*e*1"/>
  <p:tag name="KSO_WM_TEMPLATE_CATEGORY" val="custom"/>
  <p:tag name="KSO_WM_TEMPLATE_INDEX" val="20207617"/>
  <p:tag name="KSO_WM_UNIT_LAYERLEVEL" val="1"/>
  <p:tag name="KSO_WM_TAG_VERSION" val="1.0"/>
  <p:tag name="KSO_WM_UNIT_PRESET_TEXT" val="第一章"/>
  <p:tag name="KSO_WM_UNIT_NOCLEAR" val="0"/>
  <p:tag name="KSO_WM_UNIT_VALUE" val="1"/>
</p:tagLst>
</file>

<file path=ppt/tags/tag319.xml><?xml version="1.0" encoding="utf-8"?>
<p:tagLst xmlns:p="http://schemas.openxmlformats.org/presentationml/2006/main">
  <p:tag name="KSO_WM_SLIDE_ID" val="custom20207617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7617"/>
  <p:tag name="KSO_WM_SLIDE_TYPE" val="sectionTitle"/>
  <p:tag name="KSO_WM_SLIDE_SUBTYPE" val="pureTxt"/>
  <p:tag name="KSO_WM_SLIDE_LAYOUT" val="a_b_e"/>
  <p:tag name="KSO_WM_SLIDE_LAYOUT_CNT" val="1_1_1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6f761bd2-13c9-427f-913a-fa94651b72fb}"/>
  <p:tag name="KSO_WM_UNIT_TYPE" val="i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2f531e34-01af-4130-be3a-1f01eb18f3c1}"/>
  <p:tag name="KSO_WM_UNIT_TYPE" val="i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ab6db00d-e613-492f-b843-74fced05aa33}"/>
  <p:tag name="KSO_WM_UNIT_TYPE" val="i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7*b*1"/>
  <p:tag name="KSO_WM_TEMPLATE_CATEGORY" val="custom"/>
  <p:tag name="KSO_WM_TEMPLATE_INDEX" val="20207617"/>
  <p:tag name="KSO_WM_UNIT_LAYERLEVEL" val="1"/>
  <p:tag name="KSO_WM_TAG_VERSION" val="1.0"/>
  <p:tag name="KSO_WM_BEAUTIFY_FLAG" val=""/>
  <p:tag name="KSO_WM_UNIT_ISCONTENTSTITLE" val="0"/>
  <p:tag name="KSO_WM_UNIT_ISNUMDGMTITLE" val="0"/>
  <p:tag name="KSO_WM_UNIT_NOCLEAR" val="0"/>
  <p:tag name="KSO_WM_UNIT_VALUE" val="140"/>
  <p:tag name="KSO_WM_UNIT_TYPE" val="b"/>
  <p:tag name="KSO_WM_UNIT_INDEX" val="1"/>
  <p:tag name="KSO_WM_UNIT_PRESET_TEXT" val="点击此处添加正文，文字是您思想的提炼，为了演示发布的良好效果，请言简意赅的阐述您的观点。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7*b*1"/>
  <p:tag name="KSO_WM_TEMPLATE_CATEGORY" val="custom"/>
  <p:tag name="KSO_WM_TEMPLATE_INDEX" val="20207617"/>
  <p:tag name="KSO_WM_UNIT_LAYERLEVEL" val="1"/>
  <p:tag name="KSO_WM_TAG_VERSION" val="1.0"/>
  <p:tag name="KSO_WM_UNIT_ISCONTENTSTITLE" val="0"/>
  <p:tag name="KSO_WM_UNIT_ISNUMDGMTITLE" val="0"/>
  <p:tag name="KSO_WM_UNIT_NOCLEAR" val="0"/>
  <p:tag name="KSO_WM_UNIT_VALUE" val="140"/>
  <p:tag name="KSO_WM_UNIT_PRESET_TEXT" val="点击此处添加正文，文字是您思想的提炼，为了演示发布的良好效果，请言简意赅的阐述您的观点。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7*b*1"/>
  <p:tag name="KSO_WM_TEMPLATE_CATEGORY" val="custom"/>
  <p:tag name="KSO_WM_TEMPLATE_INDEX" val="20207617"/>
  <p:tag name="KSO_WM_UNIT_LAYERLEVEL" val="1"/>
  <p:tag name="KSO_WM_TAG_VERSION" val="1.0"/>
  <p:tag name="KSO_WM_UNIT_ISCONTENTSTITLE" val="0"/>
  <p:tag name="KSO_WM_UNIT_ISNUMDGMTITLE" val="0"/>
  <p:tag name="KSO_WM_UNIT_NOCLEAR" val="0"/>
  <p:tag name="KSO_WM_UNIT_VALUE" val="140"/>
  <p:tag name="KSO_WM_UNIT_PRESET_TEXT" val="点击此处添加正文，文字是您思想的提炼，为了演示发布的良好效果，请言简意赅的阐述您的观点。"/>
</p:tagLst>
</file>

<file path=ppt/tags/tag326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6f761bd2-13c9-427f-913a-fa94651b72fb}"/>
  <p:tag name="KSO_WM_UNIT_TYPE" val="i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2f531e34-01af-4130-be3a-1f01eb18f3c1}"/>
  <p:tag name="KSO_WM_UNIT_TYPE" val="i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ab6db00d-e613-492f-b843-74fced05aa33}"/>
  <p:tag name="KSO_WM_UNIT_TYPE" val="i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7*b*1"/>
  <p:tag name="KSO_WM_TEMPLATE_CATEGORY" val="custom"/>
  <p:tag name="KSO_WM_TEMPLATE_INDEX" val="20207617"/>
  <p:tag name="KSO_WM_UNIT_LAYERLEVEL" val="1"/>
  <p:tag name="KSO_WM_TAG_VERSION" val="1.0"/>
  <p:tag name="KSO_WM_UNIT_ISCONTENTSTITLE" val="0"/>
  <p:tag name="KSO_WM_UNIT_ISNUMDGMTITLE" val="0"/>
  <p:tag name="KSO_WM_UNIT_NOCLEAR" val="0"/>
  <p:tag name="KSO_WM_UNIT_VALUE" val="140"/>
  <p:tag name="KSO_WM_UNIT_PRESET_TEXT" val="点击此处添加正文，文字是您思想的提炼，为了演示发布的良好效果，请言简意赅的阐述您的观点。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7*b*1"/>
  <p:tag name="KSO_WM_TEMPLATE_CATEGORY" val="custom"/>
  <p:tag name="KSO_WM_TEMPLATE_INDEX" val="20207617"/>
  <p:tag name="KSO_WM_UNIT_LAYERLEVEL" val="1"/>
  <p:tag name="KSO_WM_TAG_VERSION" val="1.0"/>
  <p:tag name="KSO_WM_UNIT_ISCONTENTSTITLE" val="0"/>
  <p:tag name="KSO_WM_UNIT_ISNUMDGMTITLE" val="0"/>
  <p:tag name="KSO_WM_UNIT_NOCLEAR" val="0"/>
  <p:tag name="KSO_WM_UNIT_VALUE" val="140"/>
  <p:tag name="KSO_WM_UNIT_PRESET_TEXT" val="点击此处添加正文，文字是您思想的提炼，为了演示发布的良好效果，请言简意赅的阐述您的观点。"/>
</p:tagLst>
</file>

<file path=ppt/tags/tag332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6f761bd2-13c9-427f-913a-fa94651b72fb}"/>
  <p:tag name="KSO_WM_UNIT_TYPE" val="i"/>
  <p:tag name="KSO_WM_UNIT_PLACING_PICTURE_USER_VIEWPORT" val="{&quot;height&quot;:10801,&quot;width&quot;:19195}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2f531e34-01af-4130-be3a-1f01eb18f3c1}"/>
  <p:tag name="KSO_WM_UNIT_TYPE" val="i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WM_BEAUTIFY_SHAPE_IDENTITY" val="{ab6db00d-e613-492f-b843-74fced05aa33}"/>
  <p:tag name="KSO_WM_UNIT_TYPE" val="i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SLIDE_BK_DARK_LIGHT" val=""/>
  <p:tag name="KSO_WM_SLIDE_BACKGROUND_TYPE" val="general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i*2"/>
  <p:tag name="KSO_WM_TEMPLATE_CATEGORY" val="custom"/>
  <p:tag name="KSO_WM_TEMPLATE_INDEX" val="20207617"/>
  <p:tag name="KSO_WM_UNIT_LAYERLEVEL" val="1"/>
  <p:tag name="KSO_WM_TAG_VERSION" val="1.0"/>
  <p:tag name="KSO_WM_BEAUTIFY_FLAG" val="#wm#"/>
  <p:tag name="KSO_WM_DIAGRAM_GROUP_CODE" val="q1-1"/>
  <p:tag name="KSO_WM_UNIT_TYPE" val="i"/>
  <p:tag name="KSO_WM_UNIT_INDEX" val="2"/>
  <p:tag name="KSO_WM_UNIT_USESOURCEFORMAT_APPLY" val="1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i*1"/>
  <p:tag name="KSO_WM_TEMPLATE_CATEGORY" val="custom"/>
  <p:tag name="KSO_WM_TEMPLATE_INDEX" val="20207617"/>
  <p:tag name="KSO_WM_UNIT_LAYERLEVEL" val="1"/>
  <p:tag name="KSO_WM_TAG_VERSION" val="1.0"/>
  <p:tag name="KSO_WM_BEAUTIFY_FLAG" val="#wm#"/>
  <p:tag name="KSO_WM_DIAGRAM_GROUP_CODE" val="q1-1"/>
  <p:tag name="KSO_WM_UNIT_TYPE" val="i"/>
  <p:tag name="KSO_WM_UNIT_INDEX" val="1"/>
  <p:tag name="KSO_WM_UNIT_USESOURCEFORMAT_APPLY" val="1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5_1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5_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6_2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6_2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1_2"/>
  <p:tag name="KSO_WM_TEMPLATE_CATEGORY" val="custom"/>
  <p:tag name="KSO_WM_TEMPLATE_INDEX" val="20207617"/>
  <p:tag name="KSO_WM_UNIT_LAYERLEVEL" val="1_1_1"/>
  <p:tag name="KSO_WM_TAG_VERSION" val="1.0"/>
  <p:tag name="KSO_WM_DIAGRAM_GROUP_CODE" val="q1-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2_1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2_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4_1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4_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3_1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3_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f*1_1_1"/>
  <p:tag name="KSO_WM_TEMPLATE_CATEGORY" val="custom"/>
  <p:tag name="KSO_WM_TEMPLATE_INDEX" val="20207617"/>
  <p:tag name="KSO_WM_UNIT_LAYERLEVEL" val="1_1_1"/>
  <p:tag name="KSO_WM_TAG_VERSION" val="1.0"/>
  <p:tag name="KSO_WM_UNIT_SUBTYPE" val="a"/>
  <p:tag name="KSO_WM_UNIT_NOCLEAR" val="0"/>
  <p:tag name="KSO_WM_UNIT_VALUE" val="9"/>
  <p:tag name="KSO_WM_DIAGRAM_GROUP_CODE" val="q1-1"/>
  <p:tag name="KSO_WM_UNIT_PRESET_TEXT" val="点击这里填写文本"/>
  <p:tag name="KSO_WM_UNIT_TEXT_FILL_FORE_SCHEMECOLOR_INDEX" val="15"/>
  <p:tag name="KSO_WM_UNIT_TEXT_FILL_TYPE" val="1"/>
  <p:tag name="KSO_WM_UNIT_USESOURCEFORMAT_APPLY" val="1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i*1_1"/>
  <p:tag name="KSO_WM_TEMPLATE_CATEGORY" val="custom"/>
  <p:tag name="KSO_WM_TEMPLATE_INDEX" val="20207617"/>
  <p:tag name="KSO_WM_UNIT_LAYERLEVEL" val="1_1"/>
  <p:tag name="KSO_WM_TAG_VERSION" val="1.0"/>
  <p:tag name="KSO_WM_BEAUTIFY_FLAG" val="#wm#"/>
  <p:tag name="KSO_WM_DIAGRAM_GROUP_CODE" val="q1-1"/>
  <p:tag name="KSO_WM_UNIT_TYPE" val="q_i"/>
  <p:tag name="KSO_WM_UNIT_INDEX" val="1_1"/>
  <p:tag name="KSO_WM_UNIT_FILL_FORE_SCHEMECOLOR_INDEX" val="15"/>
  <p:tag name="KSO_WM_UNIT_FILL_TYPE" val="1"/>
  <p:tag name="KSO_WM_UNIT_LINE_FORE_SCHEMECOLOR_INDEX" val="15"/>
  <p:tag name="KSO_WM_UNIT_LINE_FILL_TYPE" val="2"/>
  <p:tag name="KSO_WM_UNIT_USESOURCEFORMAT_APPLY" val="1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a*1_1"/>
  <p:tag name="KSO_WM_TEMPLATE_CATEGORY" val="custom"/>
  <p:tag name="KSO_WM_TEMPLATE_INDEX" val="20207617"/>
  <p:tag name="KSO_WM_UNIT_LAYERLEVEL" val="1_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4"/>
  <p:tag name="KSO_WM_DIAGRAM_GROUP_CODE" val="q1-1"/>
  <p:tag name="KSO_WM_UNIT_TYPE" val="q_a"/>
  <p:tag name="KSO_WM_UNIT_INDEX" val="1_1"/>
  <p:tag name="KSO_WM_UNIT_PRESET_TEXT" val="添加标题"/>
  <p:tag name="KSO_WM_UNIT_TEXT_FILL_FORE_SCHEMECOLOR_INDEX" val="14"/>
  <p:tag name="KSO_WM_UNIT_TEXT_FILL_TYPE" val="1"/>
  <p:tag name="KSO_WM_UNIT_USESOURCEFORMAT_APPLY" val="1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i*1_2"/>
  <p:tag name="KSO_WM_TEMPLATE_CATEGORY" val="custom"/>
  <p:tag name="KSO_WM_TEMPLATE_INDEX" val="20207617"/>
  <p:tag name="KSO_WM_UNIT_LAYERLEVEL" val="1_1"/>
  <p:tag name="KSO_WM_TAG_VERSION" val="1.0"/>
  <p:tag name="KSO_WM_BEAUTIFY_FLAG" val="#wm#"/>
  <p:tag name="KSO_WM_DIAGRAM_GROUP_CODE" val="q1-1"/>
  <p:tag name="KSO_WM_UNIT_TYPE" val="q_i"/>
  <p:tag name="KSO_WM_UNIT_INDEX" val="1_2"/>
  <p:tag name="KSO_WM_UNIT_LINE_FORE_SCHEMECOLOR_INDEX" val="15"/>
  <p:tag name="KSO_WM_UNIT_LINE_FILL_TYPE" val="2"/>
  <p:tag name="KSO_WM_UNIT_USESOURCEFORMAT_APPLY" val="1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1_3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1_3"/>
  <p:tag name="KSO_WM_UNIT_FILL_FORE_SCHEMECOLOR_INDEX" val="15"/>
  <p:tag name="KSO_WM_UNIT_FILL_TYPE" val="1"/>
  <p:tag name="KSO_WM_UNIT_LINE_FORE_SCHEMECOLOR_INDEX" val="15"/>
  <p:tag name="KSO_WM_UNIT_LINE_FILL_TYPE" val="2"/>
  <p:tag name="KSO_WM_UNIT_USESOURCEFORMAT_APPLY" val="1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1_1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1_1"/>
  <p:tag name="KSO_WM_UNIT_LINE_FORE_SCHEMECOLOR_INDEX" val="15"/>
  <p:tag name="KSO_WM_UNIT_LINE_FILL_TYPE" val="2"/>
  <p:tag name="KSO_WM_UNIT_USESOURCEFORMAT_APPLY" val="1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5_3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5_3"/>
  <p:tag name="KSO_WM_UNIT_FILL_FORE_SCHEMECOLOR_INDEX" val="15"/>
  <p:tag name="KSO_WM_UNIT_FILL_TYPE" val="1"/>
  <p:tag name="KSO_WM_UNIT_LINE_FORE_SCHEMECOLOR_INDEX" val="15"/>
  <p:tag name="KSO_WM_UNIT_LINE_FILL_TYPE" val="2"/>
  <p:tag name="KSO_WM_UNIT_USESOURCEFORMAT_APPLY" val="1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5_2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5_2"/>
  <p:tag name="KSO_WM_UNIT_LINE_FORE_SCHEMECOLOR_INDEX" val="15"/>
  <p:tag name="KSO_WM_UNIT_LINE_FILL_TYPE" val="2"/>
  <p:tag name="KSO_WM_UNIT_USESOURCEFORMAT_APPLY" val="1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6_3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6_3"/>
  <p:tag name="KSO_WM_UNIT_FILL_FORE_SCHEMECOLOR_INDEX" val="15"/>
  <p:tag name="KSO_WM_UNIT_FILL_TYPE" val="1"/>
  <p:tag name="KSO_WM_UNIT_LINE_FORE_SCHEMECOLOR_INDEX" val="15"/>
  <p:tag name="KSO_WM_UNIT_LINE_FILL_TYPE" val="2"/>
  <p:tag name="KSO_WM_UNIT_USESOURCEFORMAT_APPLY" val="1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6_1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6_1"/>
  <p:tag name="KSO_WM_UNIT_LINE_FORE_SCHEMECOLOR_INDEX" val="15"/>
  <p:tag name="KSO_WM_UNIT_LINE_FILL_TYPE" val="2"/>
  <p:tag name="KSO_WM_UNIT_USESOURCEFORMAT_APPLY" val="1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2_3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2_3"/>
  <p:tag name="KSO_WM_UNIT_FILL_FORE_SCHEMECOLOR_INDEX" val="15"/>
  <p:tag name="KSO_WM_UNIT_FILL_TYPE" val="1"/>
  <p:tag name="KSO_WM_UNIT_LINE_FORE_SCHEMECOLOR_INDEX" val="15"/>
  <p:tag name="KSO_WM_UNIT_LINE_FILL_TYPE" val="2"/>
  <p:tag name="KSO_WM_UNIT_USESOURCEFORMAT_APPLY" val="1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2_2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2_2"/>
  <p:tag name="KSO_WM_UNIT_LINE_FORE_SCHEMECOLOR_INDEX" val="15"/>
  <p:tag name="KSO_WM_UNIT_LINE_FILL_TYPE" val="2"/>
  <p:tag name="KSO_WM_UNIT_USESOURCEFORMAT_APPLY" val="1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4_3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4_3"/>
  <p:tag name="KSO_WM_UNIT_FILL_FORE_SCHEMECOLOR_INDEX" val="15"/>
  <p:tag name="KSO_WM_UNIT_FILL_TYPE" val="1"/>
  <p:tag name="KSO_WM_UNIT_LINE_FORE_SCHEMECOLOR_INDEX" val="15"/>
  <p:tag name="KSO_WM_UNIT_LINE_FILL_TYPE" val="2"/>
  <p:tag name="KSO_WM_UNIT_USESOURCEFORMAT_APPLY" val="1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4_2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4_2"/>
  <p:tag name="KSO_WM_UNIT_LINE_FORE_SCHEMECOLOR_INDEX" val="15"/>
  <p:tag name="KSO_WM_UNIT_LINE_FILL_TYPE" val="2"/>
  <p:tag name="KSO_WM_UNIT_USESOURCEFORMAT_APPLY" val="1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3_3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3_3"/>
  <p:tag name="KSO_WM_UNIT_FILL_FORE_SCHEMECOLOR_INDEX" val="15"/>
  <p:tag name="KSO_WM_UNIT_FILL_TYPE" val="1"/>
  <p:tag name="KSO_WM_UNIT_LINE_FORE_SCHEMECOLOR_INDEX" val="15"/>
  <p:tag name="KSO_WM_UNIT_LINE_FILL_TYPE" val="2"/>
  <p:tag name="KSO_WM_UNIT_USESOURCEFORMAT_APPLY" val="1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3_2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q1-1"/>
  <p:tag name="KSO_WM_UNIT_TYPE" val="q_h_i"/>
  <p:tag name="KSO_WM_UNIT_INDEX" val="1_3_2"/>
  <p:tag name="KSO_WM_UNIT_LINE_FORE_SCHEMECOLOR_INDEX" val="15"/>
  <p:tag name="KSO_WM_UNIT_LINE_FILL_TYPE" val="2"/>
  <p:tag name="KSO_WM_UNIT_USESOURCEFORMAT_APPLY" val="1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1_2"/>
  <p:tag name="KSO_WM_TEMPLATE_CATEGORY" val="custom"/>
  <p:tag name="KSO_WM_TEMPLATE_INDEX" val="20207617"/>
  <p:tag name="KSO_WM_UNIT_LAYERLEVEL" val="1_1_1"/>
  <p:tag name="KSO_WM_TAG_VERSION" val="1.0"/>
  <p:tag name="KSO_WM_DIAGRAM_GROUP_CODE" val="q1-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1_2"/>
  <p:tag name="KSO_WM_TEMPLATE_CATEGORY" val="custom"/>
  <p:tag name="KSO_WM_TEMPLATE_INDEX" val="20207617"/>
  <p:tag name="KSO_WM_UNIT_LAYERLEVEL" val="1_1_1"/>
  <p:tag name="KSO_WM_TAG_VERSION" val="1.0"/>
  <p:tag name="KSO_WM_DIAGRAM_GROUP_CODE" val="q1-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1_2"/>
  <p:tag name="KSO_WM_TEMPLATE_CATEGORY" val="custom"/>
  <p:tag name="KSO_WM_TEMPLATE_INDEX" val="20207617"/>
  <p:tag name="KSO_WM_UNIT_LAYERLEVEL" val="1_1_1"/>
  <p:tag name="KSO_WM_TAG_VERSION" val="1.0"/>
  <p:tag name="KSO_WM_DIAGRAM_GROUP_CODE" val="q1-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4*q_h_i*1_1_2"/>
  <p:tag name="KSO_WM_TEMPLATE_CATEGORY" val="custom"/>
  <p:tag name="KSO_WM_TEMPLATE_INDEX" val="20207617"/>
  <p:tag name="KSO_WM_UNIT_LAYERLEVEL" val="1_1_1"/>
  <p:tag name="KSO_WM_TAG_VERSION" val="1.0"/>
  <p:tag name="KSO_WM_DIAGRAM_GROUP_CODE" val="q1-1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67.xml><?xml version="1.0" encoding="utf-8"?>
<p:tagLst xmlns:p="http://schemas.openxmlformats.org/presentationml/2006/main">
  <p:tag name="KSO_WM_SLIDE_ID" val="custom20207617_14"/>
  <p:tag name="KSO_WM_TEMPLATE_SUBCATEGORY" val="0"/>
  <p:tag name="KSO_WM_TEMPLATE_MASTER_TYPE" val="1"/>
  <p:tag name="KSO_WM_TEMPLATE_COLOR_TYPE" val="1"/>
  <p:tag name="KSO_WM_SLIDE_ITEM_CNT" val="6"/>
  <p:tag name="KSO_WM_SLIDE_INDEX" val="14"/>
  <p:tag name="KSO_WM_TAG_VERSION" val="1.0"/>
  <p:tag name="KSO_WM_BEAUTIFY_FLAG" val="#wm#"/>
  <p:tag name="KSO_WM_TEMPLATE_CATEGORY" val="custom"/>
  <p:tag name="KSO_WM_TEMPLATE_INDEX" val="20207617"/>
  <p:tag name="KSO_WM_SLIDE_TYPE" val="text"/>
  <p:tag name="KSO_WM_SLIDE_SUBTYPE" val="diag"/>
  <p:tag name="KSO_WM_SLIDE_SIZE" val="929.931*263.645"/>
  <p:tag name="KSO_WM_SLIDE_POSITION" val="27.8539*146.927"/>
  <p:tag name="KSO_WM_DIAGRAM_GROUP_CODE" val="q1-1"/>
  <p:tag name="KSO_WM_SLIDE_DIAGTYPE" val="q"/>
  <p:tag name="KSO_WM_SLIDE_LAYOUT" val="a_q"/>
  <p:tag name="KSO_WM_SLIDE_LAYOUT_CNT" val="1_1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8*i*1"/>
  <p:tag name="KSO_WM_TEMPLATE_CATEGORY" val="custom"/>
  <p:tag name="KSO_WM_TEMPLATE_INDEX" val="20207617"/>
  <p:tag name="KSO_WM_UNIT_LAYERLEVEL" val="1"/>
  <p:tag name="KSO_WM_TAG_VERSION" val="1.0"/>
  <p:tag name="KSO_WM_BEAUTIFY_FLAG" val="#wm#"/>
  <p:tag name="KSO_WM_DIAGRAM_GROUP_CODE" val="m1-1"/>
  <p:tag name="KSO_WM_UNIT_TYPE" val="i"/>
  <p:tag name="KSO_WM_UNIT_INDEX" val="1"/>
  <p:tag name="KSO_WM_UNIT_USESOURCEFORMAT_APPLY" val="1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8*i*2"/>
  <p:tag name="KSO_WM_TEMPLATE_CATEGORY" val="custom"/>
  <p:tag name="KSO_WM_TEMPLATE_INDEX" val="20207617"/>
  <p:tag name="KSO_WM_UNIT_LAYERLEVEL" val="1"/>
  <p:tag name="KSO_WM_TAG_VERSION" val="1.0"/>
  <p:tag name="KSO_WM_BEAUTIFY_FLAG" val="#wm#"/>
  <p:tag name="KSO_WM_DIAGRAM_GROUP_CODE" val="m1-1"/>
  <p:tag name="KSO_WM_UNIT_TYPE" val="i"/>
  <p:tag name="KSO_WM_UNIT_INDEX" val="2"/>
  <p:tag name="KSO_WM_UNIT_USESOURCEFORMAT_APPLY" val="1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8*m_h_i*1_1_3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m1-1"/>
  <p:tag name="KSO_WM_UNIT_TYPE" val="m_h_i"/>
  <p:tag name="KSO_WM_UNIT_INDEX" val="1_1_3"/>
  <p:tag name="KSO_WM_UNIT_LINE_FORE_SCHEMECOLOR_INDEX" val="1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8*m_h_i*1_1_2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m1-1"/>
  <p:tag name="KSO_WM_UNIT_TYPE" val="m_h_i"/>
  <p:tag name="KSO_WM_UNIT_INDEX" val="1_1_2"/>
  <p:tag name="KSO_WM_UNIT_FILL_FORE_SCHEMECOLOR_INDEX" val="15"/>
  <p:tag name="KSO_WM_UNIT_FILL_TYPE" val="1"/>
  <p:tag name="KSO_WM_UNIT_LINE_FORE_SCHEMECOLOR_INDEX" val="15"/>
  <p:tag name="KSO_WM_UNIT_LINE_FILL_TYPE" val="2"/>
  <p:tag name="KSO_WM_UNIT_TEXT_FILL_FORE_SCHEMECOLOR_INDEX" val="14"/>
  <p:tag name="KSO_WM_UNIT_TEXT_FILL_TYPE" val="1"/>
  <p:tag name="KSO_WM_UNIT_USESOURCEFORMAT_APPLY" val="1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8*m_h_i*1_1_1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m1-1"/>
  <p:tag name="KSO_WM_UNIT_TYPE" val="m_h_i"/>
  <p:tag name="KSO_WM_UNIT_INDEX" val="1_1_1"/>
  <p:tag name="KSO_WM_UNIT_FILL_FORE_SCHEMECOLOR_INDEX" val="1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8*m_h_i*1_2_3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m1-1"/>
  <p:tag name="KSO_WM_UNIT_TYPE" val="m_h_i"/>
  <p:tag name="KSO_WM_UNIT_INDEX" val="1_2_3"/>
  <p:tag name="KSO_WM_UNIT_LINE_FORE_SCHEMECOLOR_INDEX" val="1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8*m_h_i*1_2_2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m1-1"/>
  <p:tag name="KSO_WM_UNIT_TYPE" val="m_h_i"/>
  <p:tag name="KSO_WM_UNIT_INDEX" val="1_2_2"/>
  <p:tag name="KSO_WM_UNIT_FILL_FORE_SCHEMECOLOR_INDEX" val="15"/>
  <p:tag name="KSO_WM_UNIT_FILL_TYPE" val="1"/>
  <p:tag name="KSO_WM_UNIT_LINE_FORE_SCHEMECOLOR_INDEX" val="15"/>
  <p:tag name="KSO_WM_UNIT_LINE_FILL_TYPE" val="2"/>
  <p:tag name="KSO_WM_UNIT_TEXT_FILL_FORE_SCHEMECOLOR_INDEX" val="14"/>
  <p:tag name="KSO_WM_UNIT_TEXT_FILL_TYPE" val="1"/>
  <p:tag name="KSO_WM_UNIT_USESOURCEFORMAT_APPLY" val="1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8*m_h_i*1_2_1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m1-1"/>
  <p:tag name="KSO_WM_UNIT_TYPE" val="m_h_i"/>
  <p:tag name="KSO_WM_UNIT_INDEX" val="1_2_1"/>
  <p:tag name="KSO_WM_UNIT_FILL_FORE_SCHEMECOLOR_INDEX" val="1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8*m_h_i*1_3_3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m1-1"/>
  <p:tag name="KSO_WM_UNIT_TYPE" val="m_h_i"/>
  <p:tag name="KSO_WM_UNIT_INDEX" val="1_3_3"/>
  <p:tag name="KSO_WM_UNIT_LINE_FORE_SCHEMECOLOR_INDEX" val="1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8*m_h_i*1_3_2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m1-1"/>
  <p:tag name="KSO_WM_UNIT_TYPE" val="m_h_i"/>
  <p:tag name="KSO_WM_UNIT_INDEX" val="1_3_2"/>
  <p:tag name="KSO_WM_UNIT_FILL_FORE_SCHEMECOLOR_INDEX" val="15"/>
  <p:tag name="KSO_WM_UNIT_FILL_TYPE" val="1"/>
  <p:tag name="KSO_WM_UNIT_LINE_FORE_SCHEMECOLOR_INDEX" val="15"/>
  <p:tag name="KSO_WM_UNIT_LINE_FILL_TYPE" val="2"/>
  <p:tag name="KSO_WM_UNIT_TEXT_FILL_FORE_SCHEMECOLOR_INDEX" val="14"/>
  <p:tag name="KSO_WM_UNIT_TEXT_FILL_TYPE" val="1"/>
  <p:tag name="KSO_WM_UNIT_USESOURCEFORMAT_APPLY" val="1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8*m_h_i*1_3_1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m1-1"/>
  <p:tag name="KSO_WM_UNIT_TYPE" val="m_h_i"/>
  <p:tag name="KSO_WM_UNIT_INDEX" val="1_3_1"/>
  <p:tag name="KSO_WM_UNIT_FILL_FORE_SCHEMECOLOR_INDEX" val="1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8*m_h_a*1_1_1"/>
  <p:tag name="KSO_WM_TEMPLATE_CATEGORY" val="custom"/>
  <p:tag name="KSO_WM_TEMPLATE_INDEX" val="20207617"/>
  <p:tag name="KSO_WM_UNIT_LAYERLEVEL" val="1_1_1"/>
  <p:tag name="KSO_WM_TAG_VERSION" val="1.0"/>
  <p:tag name="KSO_WM_UNIT_ISCONTENTSTITLE" val="0"/>
  <p:tag name="KSO_WM_UNIT_ISNUMDGMTITLE" val="0"/>
  <p:tag name="KSO_WM_UNIT_NOCLEAR" val="0"/>
  <p:tag name="KSO_WM_DIAGRAM_GROUP_CODE" val="m1-1"/>
  <p:tag name="KSO_WM_UNIT_PRESET_TEXT" val="点击这里填写文本"/>
  <p:tag name="KSO_WM_UNIT_VALUE" val="16"/>
  <p:tag name="KSO_WM_UNIT_TEXT_FILL_FORE_SCHEMECOLOR_INDEX" val="15"/>
  <p:tag name="KSO_WM_UNIT_TEXT_FILL_TYPE" val="1"/>
  <p:tag name="KSO_WM_UNIT_USESOURCEFORMAT_APPLY" val="1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8*m_h_a*1_2_1"/>
  <p:tag name="KSO_WM_TEMPLATE_CATEGORY" val="custom"/>
  <p:tag name="KSO_WM_TEMPLATE_INDEX" val="20207617"/>
  <p:tag name="KSO_WM_UNIT_LAYERLEVEL" val="1_1_1"/>
  <p:tag name="KSO_WM_TAG_VERSION" val="1.0"/>
  <p:tag name="KSO_WM_UNIT_ISCONTENTSTITLE" val="0"/>
  <p:tag name="KSO_WM_UNIT_ISNUMDGMTITLE" val="0"/>
  <p:tag name="KSO_WM_UNIT_NOCLEAR" val="0"/>
  <p:tag name="KSO_WM_DIAGRAM_GROUP_CODE" val="m1-1"/>
  <p:tag name="KSO_WM_UNIT_PRESET_TEXT" val="点击这里填写文本"/>
  <p:tag name="KSO_WM_UNIT_VALUE" val="16"/>
  <p:tag name="KSO_WM_UNIT_TEXT_FILL_FORE_SCHEMECOLOR_INDEX" val="15"/>
  <p:tag name="KSO_WM_UNIT_TEXT_FILL_TYPE" val="1"/>
  <p:tag name="KSO_WM_UNIT_USESOURCEFORMAT_APPLY" val="1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8*m_h_a*1_3_1"/>
  <p:tag name="KSO_WM_TEMPLATE_CATEGORY" val="custom"/>
  <p:tag name="KSO_WM_TEMPLATE_INDEX" val="20207617"/>
  <p:tag name="KSO_WM_UNIT_LAYERLEVEL" val="1_1_1"/>
  <p:tag name="KSO_WM_TAG_VERSION" val="1.0"/>
  <p:tag name="KSO_WM_UNIT_ISCONTENTSTITLE" val="0"/>
  <p:tag name="KSO_WM_UNIT_ISNUMDGMTITLE" val="0"/>
  <p:tag name="KSO_WM_UNIT_NOCLEAR" val="0"/>
  <p:tag name="KSO_WM_DIAGRAM_GROUP_CODE" val="m1-1"/>
  <p:tag name="KSO_WM_UNIT_PRESET_TEXT" val="点击这里填写文本"/>
  <p:tag name="KSO_WM_UNIT_VALUE" val="16"/>
  <p:tag name="KSO_WM_UNIT_TEXT_FILL_FORE_SCHEMECOLOR_INDEX" val="15"/>
  <p:tag name="KSO_WM_UNIT_TEXT_FILL_TYPE" val="1"/>
  <p:tag name="KSO_WM_UNIT_USESOURCEFORMAT_APPLY" val="1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8*i*3"/>
  <p:tag name="KSO_WM_TEMPLATE_CATEGORY" val="custom"/>
  <p:tag name="KSO_WM_TEMPLATE_INDEX" val="20207617"/>
  <p:tag name="KSO_WM_UNIT_LAYERLEVEL" val="1"/>
  <p:tag name="KSO_WM_TAG_VERSION" val="1.0"/>
  <p:tag name="KSO_WM_BEAUTIFY_FLAG" val="#wm#"/>
  <p:tag name="KSO_WM_DIAGRAM_GROUP_CODE" val="m1-1"/>
  <p:tag name="KSO_WM_UNIT_TYPE" val="i"/>
  <p:tag name="KSO_WM_UNIT_INDEX" val="3"/>
  <p:tag name="KSO_WM_UNIT_USESOURCEFORMAT_APPLY" val="1"/>
</p:tagLst>
</file>

<file path=ppt/tags/tag383.xml><?xml version="1.0" encoding="utf-8"?>
<p:tagLst xmlns:p="http://schemas.openxmlformats.org/presentationml/2006/main">
  <p:tag name="KSO_WM_SLIDE_ID" val="custom20207617_8"/>
  <p:tag name="KSO_WM_TEMPLATE_SUBCATEGORY" val="0"/>
  <p:tag name="KSO_WM_TEMPLATE_MASTER_TYPE" val="1"/>
  <p:tag name="KSO_WM_TEMPLATE_COLOR_TYPE" val="1"/>
  <p:tag name="KSO_WM_SLIDE_ITEM_CNT" val="3"/>
  <p:tag name="KSO_WM_SLIDE_INDEX" val="8"/>
  <p:tag name="KSO_WM_TAG_VERSION" val="1.0"/>
  <p:tag name="KSO_WM_BEAUTIFY_FLAG" val="#wm#"/>
  <p:tag name="KSO_WM_TEMPLATE_CATEGORY" val="custom"/>
  <p:tag name="KSO_WM_TEMPLATE_INDEX" val="20207617"/>
  <p:tag name="KSO_WM_SLIDE_TYPE" val="text"/>
  <p:tag name="KSO_WM_SLIDE_SUBTYPE" val="diag"/>
  <p:tag name="KSO_WM_SLIDE_SIZE" val="411.551*388.568"/>
  <p:tag name="KSO_WM_SLIDE_POSITION" val="418.565*101.893"/>
  <p:tag name="KSO_WM_DIAGRAM_GROUP_CODE" val="m1-1"/>
  <p:tag name="KSO_WM_SLIDE_DIAGTYPE" val="m"/>
  <p:tag name="KSO_WM_SLIDE_LAYOUT" val="a_m"/>
  <p:tag name="KSO_WM_SLIDE_LAYOUT_CNT" val="1_1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i*1"/>
  <p:tag name="KSO_WM_TEMPLATE_CATEGORY" val="custom"/>
  <p:tag name="KSO_WM_TEMPLATE_INDEX" val="20207617"/>
  <p:tag name="KSO_WM_UNIT_LAYERLEVEL" val="1"/>
  <p:tag name="KSO_WM_TAG_VERSION" val="1.0"/>
  <p:tag name="KSO_WM_BEAUTIFY_FLAG" val="#wm#"/>
  <p:tag name="KSO_WM_DIAGRAM_GROUP_CODE" val="l1-4"/>
  <p:tag name="KSO_WM_UNIT_TYPE" val="i"/>
  <p:tag name="KSO_WM_UNIT_INDEX" val="1"/>
  <p:tag name="KSO_WM_UNIT_USESOURCEFORMAT_APPLY" val="1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i*2"/>
  <p:tag name="KSO_WM_TEMPLATE_CATEGORY" val="custom"/>
  <p:tag name="KSO_WM_TEMPLATE_INDEX" val="20207617"/>
  <p:tag name="KSO_WM_UNIT_LAYERLEVEL" val="1"/>
  <p:tag name="KSO_WM_TAG_VERSION" val="1.0"/>
  <p:tag name="KSO_WM_BEAUTIFY_FLAG" val="#wm#"/>
  <p:tag name="KSO_WM_DIAGRAM_GROUP_CODE" val="l1-4"/>
  <p:tag name="KSO_WM_UNIT_TYPE" val="i"/>
  <p:tag name="KSO_WM_UNIT_INDEX" val="2"/>
  <p:tag name="KSO_WM_UNIT_USESOURCEFORMAT_APPLY" val="1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a*2"/>
  <p:tag name="KSO_WM_TEMPLATE_CATEGORY" val="custom"/>
  <p:tag name="KSO_WM_TEMPLATE_INDEX" val="20207617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32"/>
  <p:tag name="KSO_WM_DIAGRAM_GROUP_CODE" val="l1-4"/>
  <p:tag name="KSO_WM_UNIT_TYPE" val="a"/>
  <p:tag name="KSO_WM_UNIT_INDEX" val="2"/>
  <p:tag name="KSO_WM_UNIT_PRESET_TEXT" val="党的基层组织监督职责"/>
  <p:tag name="KSO_WM_UNIT_FILL_FORE_SCHEMECOLOR_INDEX" val="15"/>
  <p:tag name="KSO_WM_UNIT_FILL_TYPE" val="1"/>
  <p:tag name="KSO_WM_UNIT_LINE_FORE_SCHEMECOLOR_INDEX" val="15"/>
  <p:tag name="KSO_WM_UNIT_LINE_FILL_TYPE" val="2"/>
  <p:tag name="KSO_WM_UNIT_TEXT_FILL_FORE_SCHEMECOLOR_INDEX" val="14"/>
  <p:tag name="KSO_WM_UNIT_TEXT_FILL_TYPE" val="1"/>
  <p:tag name="KSO_WM_UNIT_USESOURCEFORMAT_APPLY" val="1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l_h_i*1_2_1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l1-4"/>
  <p:tag name="KSO_WM_UNIT_TYPE" val="l_h_i"/>
  <p:tag name="KSO_WM_UNIT_INDEX" val="1_2_1"/>
  <p:tag name="KSO_WM_UNIT_LINE_FORE_SCHEMECOLOR_INDEX" val="15"/>
  <p:tag name="KSO_WM_UNIT_LINE_FILL_TYPE" val="2"/>
  <p:tag name="KSO_WM_UNIT_USESOURCEFORMAT_APPLY" val="1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l_h_f*1_2_1"/>
  <p:tag name="KSO_WM_TEMPLATE_CATEGORY" val="custom"/>
  <p:tag name="KSO_WM_TEMPLATE_INDEX" val="20207617"/>
  <p:tag name="KSO_WM_UNIT_LAYERLEVEL" val="1_1_1"/>
  <p:tag name="KSO_WM_TAG_VERSION" val="1.0"/>
  <p:tag name="KSO_WM_UNIT_SUBTYPE" val="a"/>
  <p:tag name="KSO_WM_UNIT_NOCLEAR" val="0"/>
  <p:tag name="KSO_WM_UNIT_VALUE" val="123"/>
  <p:tag name="KSO_WM_DIAGRAM_GROUP_CODE" val="l1-4"/>
  <p:tag name="KSO_WM_UNIT_PRESET_TEXT" val="您的内容打在这里，或者通过复制您的文本后，在此框中选择粘贴，并选择只保留文字。在此录入上述图表的综合描述说明，在此录入上述图表的综合描述说明，在此录入上述图表的综合描述说明。"/>
  <p:tag name="KSO_WM_UNIT_TEXT_FILL_FORE_SCHEMECOLOR_INDEX" val="13"/>
  <p:tag name="KSO_WM_UNIT_TEXT_FILL_TYPE" val="1"/>
  <p:tag name="KSO_WM_UNIT_USESOURCEFORMAT_APPLY" val="1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l_h_i*1_2_3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l1-4"/>
  <p:tag name="KSO_WM_UNIT_TYPE" val="l_h_i"/>
  <p:tag name="KSO_WM_UNIT_INDEX" val="1_2_3"/>
  <p:tag name="KSO_WM_UNIT_FILL_FORE_SCHEMECOLOR_INDEX" val="15"/>
  <p:tag name="KSO_WM_UNIT_FILL_TYPE" val="1"/>
  <p:tag name="KSO_WM_UNIT_LINE_FORE_SCHEMECOLOR_INDEX" val="15"/>
  <p:tag name="KSO_WM_UNIT_LINE_FILL_TYPE" val="2"/>
  <p:tag name="KSO_WM_UNIT_TEXT_FILL_FORE_SCHEMECOLOR_INDEX" val="14"/>
  <p:tag name="KSO_WM_UNIT_TEXT_FILL_TYPE" val="1"/>
  <p:tag name="KSO_WM_UNIT_USESOURCEFORMAT_APPLY" val="1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l_h_i*1_1_1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l1-4"/>
  <p:tag name="KSO_WM_UNIT_TYPE" val="l_h_i"/>
  <p:tag name="KSO_WM_UNIT_INDEX" val="1_1_1"/>
  <p:tag name="KSO_WM_UNIT_LINE_FORE_SCHEMECOLOR_INDEX" val="15"/>
  <p:tag name="KSO_WM_UNIT_LINE_FILL_TYPE" val="2"/>
  <p:tag name="KSO_WM_UNIT_USESOURCEFORMAT_APPLY" val="1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l_h_i*1_1_2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l1-4"/>
  <p:tag name="KSO_WM_UNIT_TYPE" val="l_h_i"/>
  <p:tag name="KSO_WM_UNIT_INDEX" val="1_1_2"/>
  <p:tag name="KSO_WM_UNIT_FILL_FORE_SCHEMECOLOR_INDEX" val="15"/>
  <p:tag name="KSO_WM_UNIT_FILL_TYPE" val="1"/>
  <p:tag name="KSO_WM_UNIT_LINE_FORE_SCHEMECOLOR_INDEX" val="15"/>
  <p:tag name="KSO_WM_UNIT_LINE_FILL_TYPE" val="2"/>
  <p:tag name="KSO_WM_UNIT_USESOURCEFORMAT_APPLY" val="1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l_h_f*1_1_1"/>
  <p:tag name="KSO_WM_TEMPLATE_CATEGORY" val="custom"/>
  <p:tag name="KSO_WM_TEMPLATE_INDEX" val="20207617"/>
  <p:tag name="KSO_WM_UNIT_LAYERLEVEL" val="1_1_1"/>
  <p:tag name="KSO_WM_TAG_VERSION" val="1.0"/>
  <p:tag name="KSO_WM_UNIT_SUBTYPE" val="a"/>
  <p:tag name="KSO_WM_UNIT_NOCLEAR" val="0"/>
  <p:tag name="KSO_WM_UNIT_VALUE" val="123"/>
  <p:tag name="KSO_WM_DIAGRAM_GROUP_CODE" val="l1-4"/>
  <p:tag name="KSO_WM_UNIT_PRESET_TEXT" val="您的内容打在这里，或者通过复制您的文本后，在此框中选择粘贴，并选择只保留文字。在此录入上述图表的综合描述说明，在此录入上述图表的综合描述说明，在此录入上述图表的综合描述说明。"/>
  <p:tag name="KSO_WM_UNIT_TEXT_FILL_FORE_SCHEMECOLOR_INDEX" val="13"/>
  <p:tag name="KSO_WM_UNIT_TEXT_FILL_TYPE" val="1"/>
  <p:tag name="KSO_WM_UNIT_USESOURCEFORMAT_APPLY" val="1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l_h_i*1_1_3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l1-4"/>
  <p:tag name="KSO_WM_UNIT_TYPE" val="l_h_i"/>
  <p:tag name="KSO_WM_UNIT_INDEX" val="1_1_3"/>
  <p:tag name="KSO_WM_UNIT_FILL_FORE_SCHEMECOLOR_INDEX" val="15"/>
  <p:tag name="KSO_WM_UNIT_FILL_TYPE" val="1"/>
  <p:tag name="KSO_WM_UNIT_LINE_FORE_SCHEMECOLOR_INDEX" val="15"/>
  <p:tag name="KSO_WM_UNIT_LINE_FILL_TYPE" val="2"/>
  <p:tag name="KSO_WM_UNIT_TEXT_FILL_FORE_SCHEMECOLOR_INDEX" val="14"/>
  <p:tag name="KSO_WM_UNIT_TEXT_FILL_TYPE" val="1"/>
  <p:tag name="KSO_WM_UNIT_USESOURCEFORMAT_APPLY" val="1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l_h_i*1_3_1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l1-4"/>
  <p:tag name="KSO_WM_UNIT_TYPE" val="l_h_i"/>
  <p:tag name="KSO_WM_UNIT_INDEX" val="1_3_1"/>
  <p:tag name="KSO_WM_UNIT_LINE_FORE_SCHEMECOLOR_INDEX" val="15"/>
  <p:tag name="KSO_WM_UNIT_LINE_FILL_TYPE" val="2"/>
  <p:tag name="KSO_WM_UNIT_USESOURCEFORMAT_APPLY" val="1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l_h_i*1_3_2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l1-4"/>
  <p:tag name="KSO_WM_UNIT_TYPE" val="l_h_i"/>
  <p:tag name="KSO_WM_UNIT_INDEX" val="1_3_2"/>
  <p:tag name="KSO_WM_UNIT_FILL_FORE_SCHEMECOLOR_INDEX" val="15"/>
  <p:tag name="KSO_WM_UNIT_FILL_TYPE" val="1"/>
  <p:tag name="KSO_WM_UNIT_LINE_FORE_SCHEMECOLOR_INDEX" val="15"/>
  <p:tag name="KSO_WM_UNIT_LINE_FILL_TYPE" val="2"/>
  <p:tag name="KSO_WM_UNIT_USESOURCEFORMAT_APPLY" val="1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l_h_f*1_3_1"/>
  <p:tag name="KSO_WM_TEMPLATE_CATEGORY" val="custom"/>
  <p:tag name="KSO_WM_TEMPLATE_INDEX" val="20207617"/>
  <p:tag name="KSO_WM_UNIT_LAYERLEVEL" val="1_1_1"/>
  <p:tag name="KSO_WM_TAG_VERSION" val="1.0"/>
  <p:tag name="KSO_WM_UNIT_SUBTYPE" val="a"/>
  <p:tag name="KSO_WM_UNIT_NOCLEAR" val="0"/>
  <p:tag name="KSO_WM_UNIT_VALUE" val="123"/>
  <p:tag name="KSO_WM_DIAGRAM_GROUP_CODE" val="l1-4"/>
  <p:tag name="KSO_WM_UNIT_PRESET_TEXT" val="您的内容打在这里，或者通过复制您的文本后，在此框中选择粘贴，并选择只保留文字。在此录入上述图表的综合描述说明，在此录入上述图表的综合描述说明，在此录入上述图表的综合描述说明。"/>
  <p:tag name="KSO_WM_UNIT_TEXT_FILL_FORE_SCHEMECOLOR_INDEX" val="13"/>
  <p:tag name="KSO_WM_UNIT_TEXT_FILL_TYPE" val="1"/>
  <p:tag name="KSO_WM_UNIT_USESOURCEFORMAT_APPLY" val="1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l_h_i*1_3_3"/>
  <p:tag name="KSO_WM_TEMPLATE_CATEGORY" val="custom"/>
  <p:tag name="KSO_WM_TEMPLATE_INDEX" val="20207617"/>
  <p:tag name="KSO_WM_UNIT_LAYERLEVEL" val="1_1_1"/>
  <p:tag name="KSO_WM_TAG_VERSION" val="1.0"/>
  <p:tag name="KSO_WM_BEAUTIFY_FLAG" val="#wm#"/>
  <p:tag name="KSO_WM_DIAGRAM_GROUP_CODE" val="l1-4"/>
  <p:tag name="KSO_WM_UNIT_TYPE" val="l_h_i"/>
  <p:tag name="KSO_WM_UNIT_INDEX" val="1_3_3"/>
  <p:tag name="KSO_WM_UNIT_FILL_FORE_SCHEMECOLOR_INDEX" val="15"/>
  <p:tag name="KSO_WM_UNIT_FILL_TYPE" val="1"/>
  <p:tag name="KSO_WM_UNIT_LINE_FORE_SCHEMECOLOR_INDEX" val="15"/>
  <p:tag name="KSO_WM_UNIT_LINE_FILL_TYPE" val="2"/>
  <p:tag name="KSO_WM_UNIT_TEXT_FILL_FORE_SCHEMECOLOR_INDEX" val="14"/>
  <p:tag name="KSO_WM_UNIT_TEXT_FILL_TYPE" val="1"/>
  <p:tag name="KSO_WM_UNIT_USESOURCEFORMAT_APPLY" val="1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l_h_i*1_3_1"/>
  <p:tag name="KSO_WM_TEMPLATE_CATEGORY" val="custom"/>
  <p:tag name="KSO_WM_TEMPLATE_INDEX" val="20207617"/>
  <p:tag name="KSO_WM_UNIT_LAYERLEVEL" val="1_1_1"/>
  <p:tag name="KSO_WM_TAG_VERSION" val="1.0"/>
  <p:tag name="KSO_WM_BEAUTIFY_FLAG" val=""/>
  <p:tag name="KSO_WM_DIAGRAM_GROUP_CODE" val="l1-4"/>
  <p:tag name="KSO_WM_UNIT_TYPE" val="l_h_i"/>
  <p:tag name="KSO_WM_UNIT_INDEX" val="1_3_1"/>
  <p:tag name="KSO_WM_UNIT_LINE_FORE_SCHEMECOLOR_INDEX" val="15"/>
  <p:tag name="KSO_WM_UNIT_LINE_FILL_TYPE" val="2"/>
  <p:tag name="KSO_WM_UNIT_USESOURCEFORMAT_APPLY" val="1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l_h_i*1_3_3"/>
  <p:tag name="KSO_WM_TEMPLATE_CATEGORY" val="custom"/>
  <p:tag name="KSO_WM_TEMPLATE_INDEX" val="20207617"/>
  <p:tag name="KSO_WM_UNIT_LAYERLEVEL" val="1_1_1"/>
  <p:tag name="KSO_WM_TAG_VERSION" val="1.0"/>
  <p:tag name="KSO_WM_BEAUTIFY_FLAG" val=""/>
  <p:tag name="KSO_WM_DIAGRAM_GROUP_CODE" val="l1-4"/>
  <p:tag name="KSO_WM_UNIT_TYPE" val="l_h_i"/>
  <p:tag name="KSO_WM_UNIT_INDEX" val="1_3_3"/>
  <p:tag name="KSO_WM_UNIT_FILL_FORE_SCHEMECOLOR_INDEX" val="15"/>
  <p:tag name="KSO_WM_UNIT_FILL_TYPE" val="1"/>
  <p:tag name="KSO_WM_UNIT_LINE_FORE_SCHEMECOLOR_INDEX" val="15"/>
  <p:tag name="KSO_WM_UNIT_LINE_FILL_TYPE" val="2"/>
  <p:tag name="KSO_WM_UNIT_TEXT_FILL_FORE_SCHEMECOLOR_INDEX" val="14"/>
  <p:tag name="KSO_WM_UNIT_TEXT_FILL_TYPE" val="1"/>
  <p:tag name="KSO_WM_UNIT_USESOURCEFORMAT_APPLY" val="1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1*l_h_f*1_3_1"/>
  <p:tag name="KSO_WM_TEMPLATE_CATEGORY" val="custom"/>
  <p:tag name="KSO_WM_TEMPLATE_INDEX" val="20207617"/>
  <p:tag name="KSO_WM_UNIT_LAYERLEVEL" val="1_1_1"/>
  <p:tag name="KSO_WM_TAG_VERSION" val="1.0"/>
  <p:tag name="KSO_WM_UNIT_SUBTYPE" val="a"/>
  <p:tag name="KSO_WM_UNIT_NOCLEAR" val="0"/>
  <p:tag name="KSO_WM_UNIT_VALUE" val="123"/>
  <p:tag name="KSO_WM_DIAGRAM_GROUP_CODE" val="l1-4"/>
  <p:tag name="KSO_WM_UNIT_PRESET_TEXT" val="您的内容打在这里，或者通过复制您的文本后，在此框中选择粘贴，并选择只保留文字。在此录入上述图表的综合描述说明，在此录入上述图表的综合描述说明，在此录入上述图表的综合描述说明。"/>
  <p:tag name="KSO_WM_UNIT_TEXT_FILL_FORE_SCHEMECOLOR_INDEX" val="13"/>
  <p:tag name="KSO_WM_UNIT_TEXT_FILL_TYPE" val="1"/>
  <p:tag name="KSO_WM_UNIT_USESOURCEFORMAT_APPLY" val="1"/>
</p:tagLst>
</file>

<file path=ppt/tags/tag401.xml><?xml version="1.0" encoding="utf-8"?>
<p:tagLst xmlns:p="http://schemas.openxmlformats.org/presentationml/2006/main">
  <p:tag name="KSO_WM_SLIDE_ID" val="custom20207617_11"/>
  <p:tag name="KSO_WM_TEMPLATE_SUBCATEGORY" val="0"/>
  <p:tag name="KSO_WM_TEMPLATE_MASTER_TYPE" val="1"/>
  <p:tag name="KSO_WM_TEMPLATE_COLOR_TYPE" val="1"/>
  <p:tag name="KSO_WM_SLIDE_ITEM_CNT" val="3"/>
  <p:tag name="KSO_WM_SLIDE_INDEX" val="11"/>
  <p:tag name="KSO_WM_TAG_VERSION" val="1.0"/>
  <p:tag name="KSO_WM_BEAUTIFY_FLAG" val="#wm#"/>
  <p:tag name="KSO_WM_TEMPLATE_CATEGORY" val="custom"/>
  <p:tag name="KSO_WM_TEMPLATE_INDEX" val="20207617"/>
  <p:tag name="KSO_WM_SLIDE_TYPE" val="text"/>
  <p:tag name="KSO_WM_SLIDE_SUBTYPE" val="diag"/>
  <p:tag name="KSO_WM_SLIDE_SIZE" val="738.699*316.298"/>
  <p:tag name="KSO_WM_SLIDE_POSITION" val="42.7304*137.773"/>
  <p:tag name="KSO_WM_DIAGRAM_GROUP_CODE" val="l1-4"/>
  <p:tag name="KSO_WM_SLIDE_DIAGTYPE" val="l"/>
  <p:tag name="KSO_WM_SLIDE_LAYOUT" val="a_l"/>
  <p:tag name="KSO_WM_SLIDE_LAYOUT_CNT" val="2_1"/>
</p:tagLst>
</file>

<file path=ppt/tags/tag402.xml><?xml version="1.0" encoding="utf-8"?>
<p:tagLst xmlns:p="http://schemas.openxmlformats.org/presentationml/2006/main">
  <p:tag name="KSO_WM_SLIDE_ID" val="custom20207617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7617"/>
  <p:tag name="KSO_WM_SLIDE_TYPE" val="sectionTitle"/>
  <p:tag name="KSO_WM_SLIDE_SUBTYPE" val="pureTxt"/>
  <p:tag name="KSO_WM_SLIDE_LAYOUT" val="a_b_e"/>
  <p:tag name="KSO_WM_SLIDE_LAYOUT_CNT" val="1_1_1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7617_15*a*1"/>
  <p:tag name="KSO_WM_TEMPLATE_CATEGORY" val="custom"/>
  <p:tag name="KSO_WM_TEMPLATE_INDEX" val="20207617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1"/>
  <p:tag name="KSO_WM_UNIT_VALUE" val="14"/>
  <p:tag name="KSO_WM_UNIT_TYPE" val="a"/>
  <p:tag name="KSO_WM_UNIT_INDEX" val="1"/>
  <p:tag name="KSO_WM_UNIT_PRESET_TEXT" val="感谢观看 下次再会"/>
</p:tagLst>
</file>

<file path=ppt/tags/tag404.xml><?xml version="1.0" encoding="utf-8"?>
<p:tagLst xmlns:p="http://schemas.openxmlformats.org/presentationml/2006/main">
  <p:tag name="KSO_WM_SLIDE_ID" val="custom20207617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7617"/>
  <p:tag name="KSO_WM_SLIDE_TYPE" val="endPage"/>
  <p:tag name="KSO_WM_SLIDE_SUBTYPE" val="pureTxt"/>
  <p:tag name="KSO_WM_SLIDE_LAYOUT" val="a_b"/>
  <p:tag name="KSO_WM_SLIDE_LAYOUT_CNT" val="1_1"/>
</p:tagLst>
</file>

<file path=ppt/tags/tag405.xml><?xml version="1.0" encoding="utf-8"?>
<p:tagLst xmlns:p="http://schemas.openxmlformats.org/presentationml/2006/main">
  <p:tag name="COMMONDATA" val="eyJoZGlkIjoiYjVkZTY4OWU3ZGFmNjg5NTU0YjIzNTljMDQzMDI3ZjQifQ=="/>
  <p:tag name="KSO_WPP_MARK_KEY" val="269eec96-7118-49d5-9f61-7e9a1da5cd08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153">
      <a:dk1>
        <a:sysClr val="windowText" lastClr="000000"/>
      </a:dk1>
      <a:lt1>
        <a:sysClr val="window" lastClr="FFFFFF"/>
      </a:lt1>
      <a:dk2>
        <a:srgbClr val="DE5B4D"/>
      </a:dk2>
      <a:lt2>
        <a:srgbClr val="FFFFFF"/>
      </a:lt2>
      <a:accent1>
        <a:srgbClr val="CA2A14"/>
      </a:accent1>
      <a:accent2>
        <a:srgbClr val="DF413C"/>
      </a:accent2>
      <a:accent3>
        <a:srgbClr val="DF0E25"/>
      </a:accent3>
      <a:accent4>
        <a:srgbClr val="E58450"/>
      </a:accent4>
      <a:accent5>
        <a:srgbClr val="F2B248"/>
      </a:accent5>
      <a:accent6>
        <a:srgbClr val="FFD63F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自定义 153">
      <a:dk1>
        <a:sysClr val="windowText" lastClr="000000"/>
      </a:dk1>
      <a:lt1>
        <a:sysClr val="window" lastClr="FFFFFF"/>
      </a:lt1>
      <a:dk2>
        <a:srgbClr val="DE5B4D"/>
      </a:dk2>
      <a:lt2>
        <a:srgbClr val="FFFFFF"/>
      </a:lt2>
      <a:accent1>
        <a:srgbClr val="CA2A14"/>
      </a:accent1>
      <a:accent2>
        <a:srgbClr val="DF413C"/>
      </a:accent2>
      <a:accent3>
        <a:srgbClr val="DF0E25"/>
      </a:accent3>
      <a:accent4>
        <a:srgbClr val="E58450"/>
      </a:accent4>
      <a:accent5>
        <a:srgbClr val="F2B248"/>
      </a:accent5>
      <a:accent6>
        <a:srgbClr val="FFD63F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1775</Words>
  <Application>WPS 演示</Application>
  <PresentationFormat>宽屏</PresentationFormat>
  <Paragraphs>136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宋体</vt:lpstr>
      <vt:lpstr>Wingdings</vt:lpstr>
      <vt:lpstr>楷体</vt:lpstr>
      <vt:lpstr>汉仪尚巍手书W</vt:lpstr>
      <vt:lpstr>微软雅黑</vt:lpstr>
      <vt:lpstr>华文行楷</vt:lpstr>
      <vt:lpstr>华文中宋</vt:lpstr>
      <vt:lpstr>Arial Unicode MS</vt:lpstr>
      <vt:lpstr>Calibri</vt:lpstr>
      <vt:lpstr>汉仪程行简</vt:lpstr>
      <vt:lpstr>Office 主题</vt:lpstr>
      <vt:lpstr>2_Office 主题​​</vt:lpstr>
      <vt:lpstr>1_Office 主题​​</vt:lpstr>
      <vt:lpstr>刘永坦院士与贺信精神</vt:lpstr>
      <vt:lpstr>单击此处添加标题</vt:lpstr>
      <vt:lpstr>空白演示</vt:lpstr>
      <vt:lpstr>PowerPoint 演示文稿</vt:lpstr>
      <vt:lpstr>PowerPoint 演示文稿</vt:lpstr>
      <vt:lpstr>永坦先生的贡献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向刘永坦院士致敬！</vt:lpstr>
      <vt:lpstr>感谢观看！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kaiyan li</dc:creator>
  <cp:lastModifiedBy>诺维茨基</cp:lastModifiedBy>
  <cp:revision>8</cp:revision>
  <dcterms:created xsi:type="dcterms:W3CDTF">2023-03-28T13:28:00Z</dcterms:created>
  <dcterms:modified xsi:type="dcterms:W3CDTF">2023-04-01T05:04:37Z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56E92C52389B4683BFBEBA19572673F3</vt:lpwstr>
  </property>
  <property fmtid="{D5CDD505-2E9C-101B-9397-08002B2CF9AE}" pid="3" name="KSOProductBuildVer">
    <vt:lpwstr>2052-11.1.0.13703</vt:lpwstr>
  </property>
</Properties>
</file>