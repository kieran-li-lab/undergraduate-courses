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85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2.png"/><Relationship Id="rId6" Type="http://schemas.openxmlformats.org/officeDocument/2006/relationships/tags" Target="../tags/tag21.xml"/><Relationship Id="rId5" Type="http://schemas.openxmlformats.org/officeDocument/2006/relationships/image" Target="../media/image5.png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image" Target="../media/image7.png"/><Relationship Id="rId11" Type="http://schemas.openxmlformats.org/officeDocument/2006/relationships/tags" Target="../tags/tag24.xml"/><Relationship Id="rId10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4.png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4.png"/><Relationship Id="rId2" Type="http://schemas.openxmlformats.org/officeDocument/2006/relationships/tags" Target="../tags/tag37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1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image" Target="../media/image4.png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4.pn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../media/image8.png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image" Target="../media/image9.png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image" Target="../media/image1.png"/><Relationship Id="rId2" Type="http://schemas.openxmlformats.org/officeDocument/2006/relationships/tags" Target="../tags/tag88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image" Target="../media/image1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2" Type="http://schemas.openxmlformats.org/officeDocument/2006/relationships/image" Target="../media/image9.png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image" Target="../media/image1.png"/><Relationship Id="rId5" Type="http://schemas.openxmlformats.org/officeDocument/2006/relationships/tags" Target="../tags/tag107.xml"/><Relationship Id="rId4" Type="http://schemas.openxmlformats.org/officeDocument/2006/relationships/image" Target="../media/image10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image" Target="../media/image10.png"/><Relationship Id="rId5" Type="http://schemas.openxmlformats.org/officeDocument/2006/relationships/tags" Target="../tags/tag116.xml"/><Relationship Id="rId4" Type="http://schemas.openxmlformats.org/officeDocument/2006/relationships/image" Target="../media/image11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image" Target="../media/image12.png"/><Relationship Id="rId5" Type="http://schemas.openxmlformats.org/officeDocument/2006/relationships/tags" Target="../tags/tag125.xml"/><Relationship Id="rId4" Type="http://schemas.openxmlformats.org/officeDocument/2006/relationships/image" Target="../media/image9.png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image" Target="../media/image1.png"/><Relationship Id="rId2" Type="http://schemas.openxmlformats.org/officeDocument/2006/relationships/tags" Target="../tags/tag134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image" Target="../media/image8.png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1194925" y="4418"/>
            <a:ext cx="2743200" cy="6858055"/>
          </a:xfrm>
          <a:prstGeom prst="rect">
            <a:avLst/>
          </a:prstGeom>
          <a:solidFill>
            <a:srgbClr val="F7E1B8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1592" y="0"/>
            <a:ext cx="2749868" cy="6866890"/>
          </a:xfrm>
          <a:prstGeom prst="rect">
            <a:avLst/>
          </a:prstGeom>
        </p:spPr>
      </p:pic>
      <p:pic>
        <p:nvPicPr>
          <p:cNvPr id="7" name="Picture 4" descr="#活动##元素##素材##电商节日素材#...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376768" y="851173"/>
            <a:ext cx="1108278" cy="40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#活动##元素##素材##电商节日素材#...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8300" y="5644153"/>
            <a:ext cx="1108278" cy="40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381378" y="273050"/>
            <a:ext cx="2370296" cy="632079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  <p:pic>
        <p:nvPicPr>
          <p:cNvPr id="12" name="图片 11" descr="f76a2a8f00faecc1133c9dea9f7793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744754" y="1004570"/>
            <a:ext cx="5863114" cy="58534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2401272" y="1589685"/>
            <a:ext cx="1157423" cy="4008512"/>
          </a:xfrm>
        </p:spPr>
        <p:txBody>
          <a:bodyPr vert="eaVert" lIns="101600" tIns="38100" rIns="25400" bIns="38100" anchor="ctr" anchorCtr="0">
            <a:normAutofit/>
          </a:bodyPr>
          <a:lstStyle>
            <a:lvl1pPr algn="ctr">
              <a:lnSpc>
                <a:spcPct val="130000"/>
              </a:lnSpc>
              <a:defRPr sz="4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674000" y="1625119"/>
            <a:ext cx="615600" cy="3723300"/>
          </a:xfrm>
        </p:spPr>
        <p:txBody>
          <a:bodyPr vert="eaVert" lIns="101600" tIns="38100" rIns="76200" bIns="38100" anchor="ctr">
            <a:normAutofit/>
          </a:bodyPr>
          <a:lstStyle>
            <a:lvl1pPr marL="0" indent="0" algn="l" eaLnBrk="1" fontAlgn="auto" latinLnBrk="0" hangingPunct="1">
              <a:lnSpc>
                <a:spcPct val="130000"/>
              </a:lnSpc>
              <a:buNone/>
              <a:defRPr sz="1015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246167" y="5794585"/>
            <a:ext cx="897832" cy="111049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-73" y="0"/>
            <a:ext cx="9144073" cy="5714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0" y="6295274"/>
            <a:ext cx="9144073" cy="5627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pic>
        <p:nvPicPr>
          <p:cNvPr id="8" name="Picture 4" descr="#活动##元素##素材##电商节日素材#...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552599" y="1572974"/>
            <a:ext cx="1223010" cy="45005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#活动##元素##素材##电商节日素材#...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 rotWithShape="1"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68058" y="5089798"/>
            <a:ext cx="1108278" cy="40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3047987" y="1623611"/>
            <a:ext cx="3048025" cy="3619529"/>
          </a:xfrm>
          <a:prstGeom prst="rect">
            <a:avLst/>
          </a:prstGeom>
          <a:solidFill>
            <a:srgbClr val="F7E1B8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3047988" y="1614861"/>
            <a:ext cx="3619529" cy="3048025"/>
          </a:xfrm>
          <a:prstGeom prst="rect">
            <a:avLst/>
          </a:prstGeom>
        </p:spPr>
      </p:pic>
      <p:pic>
        <p:nvPicPr>
          <p:cNvPr id="15" name="图片 14" descr="f76a2a8f00faecc1133c9dea9f7793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186964" y="3521154"/>
            <a:ext cx="3165158" cy="237029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6"/>
            </p:custDataLst>
          </p:nvPr>
        </p:nvSpPr>
        <p:spPr>
          <a:xfrm>
            <a:off x="3190864" y="1762112"/>
            <a:ext cx="2762272" cy="3333777"/>
          </a:xfrm>
          <a:prstGeom prst="rect">
            <a:avLst/>
          </a:prstGeom>
          <a:noFill/>
          <a:ln w="38100">
            <a:solidFill>
              <a:srgbClr val="2350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4603910" y="1946810"/>
            <a:ext cx="1086326" cy="3101453"/>
          </a:xfrm>
        </p:spPr>
        <p:txBody>
          <a:bodyPr vert="eaVert" lIns="101600" tIns="38100" rIns="76200" bIns="38100">
            <a:normAutofit/>
          </a:bodyPr>
          <a:lstStyle>
            <a:lvl1pPr marL="0" indent="0" algn="l" eaLnBrk="1" fontAlgn="auto" latinLnBrk="0" hangingPunct="1">
              <a:buNone/>
              <a:defRPr kumimoji="0" lang="zh-CN" altLang="en-US" sz="1015" b="0" i="0" u="none" strike="noStrike" kern="1200" cap="none" spc="2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246167" y="5794585"/>
            <a:ext cx="897832" cy="111049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4679158" y="1626121"/>
            <a:ext cx="3962432" cy="4041680"/>
          </a:xfrm>
        </p:spPr>
        <p:txBody>
          <a:bodyPr>
            <a:noAutofit/>
          </a:bodyPr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246167" y="5794585"/>
            <a:ext cx="897832" cy="111049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125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125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85716" y="1142982"/>
            <a:ext cx="8561700" cy="4572037"/>
          </a:xfrm>
          <a:prstGeom prst="rect">
            <a:avLst/>
          </a:prstGeom>
          <a:solidFill>
            <a:srgbClr val="F7E1B8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5400000">
            <a:off x="276190" y="1144492"/>
            <a:ext cx="4581094" cy="85820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246167" y="5794585"/>
            <a:ext cx="897832" cy="111049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246167" y="5794585"/>
            <a:ext cx="897832" cy="111049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246167" y="5794585"/>
            <a:ext cx="897832" cy="111049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40" y="1285858"/>
            <a:ext cx="9144073" cy="42862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142973" y="2095490"/>
            <a:ext cx="6858055" cy="2667021"/>
          </a:xfrm>
          <a:prstGeom prst="rect">
            <a:avLst/>
          </a:prstGeom>
          <a:solidFill>
            <a:srgbClr val="F7E1B8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16200000">
            <a:off x="1142972" y="2095489"/>
            <a:ext cx="2667023" cy="6858055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333474" y="2286626"/>
            <a:ext cx="6477052" cy="2286018"/>
          </a:xfrm>
          <a:prstGeom prst="rect">
            <a:avLst/>
          </a:prstGeom>
          <a:noFill/>
          <a:ln w="38100">
            <a:solidFill>
              <a:srgbClr val="2350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10" name="图片 9" descr="d357f2282e3542ae224a59a47730d8c71b9b66b68c92-ORQq8Z_fw65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59489" y="1038953"/>
            <a:ext cx="1148715" cy="11487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643063" y="2386221"/>
            <a:ext cx="5857875" cy="1395889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30000"/>
              </a:lnSpc>
              <a:buNone/>
              <a:defRPr kumimoji="0" lang="zh-CN" altLang="en-US" sz="647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汉仪尚巍手书W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643063" y="4195843"/>
            <a:ext cx="5857875" cy="60056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1575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25717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6"/>
            <a:ext cx="8139178" cy="33147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>
            <p:custDataLst>
              <p:tags r:id="rId4"/>
            </p:custDataLst>
          </p:nvPr>
        </p:nvSpPr>
        <p:spPr>
          <a:xfrm>
            <a:off x="219600" y="304200"/>
            <a:ext cx="87048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9" name="图片 8" descr="f76a2a8f00faecc1133c9dea9f7793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>
            <a:normAutofit/>
          </a:bodyPr>
          <a:lstStyle>
            <a:lvl1pPr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960835" y="2594250"/>
            <a:ext cx="7219950" cy="25839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 dirty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61711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>
            <a:normAutofit/>
          </a:bodyPr>
          <a:lstStyle>
            <a:lvl1pPr>
              <a:defRPr sz="2025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40100" y="2275650"/>
            <a:ext cx="2967300" cy="30699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3825900" y="1405930"/>
            <a:ext cx="4860000" cy="3815953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2" name="图片 11" descr="f76a2a8f00faecc1133c9dea9f7793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8174123" y="5658394"/>
            <a:ext cx="969878" cy="119960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1"/>
            <a:ext cx="9144000" cy="2663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>
            <a:normAutofit/>
          </a:bodyPr>
          <a:lstStyle>
            <a:lvl1pPr algn="ctr">
              <a:defRPr sz="2025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459000" y="1763100"/>
            <a:ext cx="8231981" cy="621000"/>
          </a:xfrm>
        </p:spPr>
        <p:txBody>
          <a:bodyPr>
            <a:normAutofit/>
          </a:bodyPr>
          <a:lstStyle>
            <a:lvl1pPr algn="ctr"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459581" y="3236850"/>
            <a:ext cx="8224200" cy="25731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029200"/>
            <a:ext cx="9144000" cy="18287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 flipH="1">
            <a:off x="0" y="5658394"/>
            <a:ext cx="969878" cy="119960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3600" y="740250"/>
            <a:ext cx="8232300" cy="423900"/>
          </a:xfrm>
        </p:spPr>
        <p:txBody>
          <a:bodyPr anchor="ctr">
            <a:normAutofit/>
          </a:bodyPr>
          <a:lstStyle>
            <a:lvl1pPr algn="ctr"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453628" y="2082600"/>
            <a:ext cx="8243100" cy="24084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445500" y="5306850"/>
            <a:ext cx="8251200" cy="7587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34700" y="292846"/>
            <a:ext cx="8278200" cy="331473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434700" y="2025000"/>
            <a:ext cx="4006800" cy="21708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4681800" y="2025000"/>
            <a:ext cx="4025700" cy="21708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429300" y="4914450"/>
            <a:ext cx="4006800" cy="5859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4689900" y="4910850"/>
            <a:ext cx="4025700" cy="585900"/>
          </a:xfrm>
        </p:spPr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8174123" y="5658394"/>
            <a:ext cx="969878" cy="1199606"/>
          </a:xfrm>
          <a:custGeom>
            <a:avLst/>
            <a:gdLst>
              <a:gd name="connsiteX0" fmla="*/ 0 w 3281725"/>
              <a:gd name="connsiteY0" fmla="*/ 0 h 3044283"/>
              <a:gd name="connsiteX1" fmla="*/ 3281725 w 3281725"/>
              <a:gd name="connsiteY1" fmla="*/ 0 h 3044283"/>
              <a:gd name="connsiteX2" fmla="*/ 3281725 w 3281725"/>
              <a:gd name="connsiteY2" fmla="*/ 3044283 h 3044283"/>
              <a:gd name="connsiteX3" fmla="*/ 0 w 3281725"/>
              <a:gd name="connsiteY3" fmla="*/ 3044283 h 30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1725" h="3044283">
                <a:moveTo>
                  <a:pt x="0" y="0"/>
                </a:moveTo>
                <a:lnTo>
                  <a:pt x="3281725" y="0"/>
                </a:lnTo>
                <a:lnTo>
                  <a:pt x="3281725" y="3044283"/>
                </a:lnTo>
                <a:lnTo>
                  <a:pt x="0" y="3044283"/>
                </a:lnTo>
                <a:close/>
              </a:path>
            </a:pathLst>
          </a:custGeom>
        </p:spPr>
      </p:pic>
      <p:pic>
        <p:nvPicPr>
          <p:cNvPr id="16" name="图片 15" descr="d357f2282e3542ae224a59a47730d8c71b9b66b68c92-ORQq8Z_fw65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148715" cy="15316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>
            <a:normAutofit/>
          </a:bodyPr>
          <a:lstStyle>
            <a:lvl1pPr algn="ctr">
              <a:defRPr sz="3375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141810" y="4069800"/>
            <a:ext cx="6858000" cy="1242000"/>
          </a:xfrm>
        </p:spPr>
        <p:txBody>
          <a:bodyPr>
            <a:normAutofit/>
          </a:bodyPr>
          <a:lstStyle>
            <a:lvl1pPr algn="ctr">
              <a:defRPr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1350" b="1" u="none" strike="noStrike" kern="1200" cap="none" spc="200" normalizeH="0" baseline="0">
          <a:solidFill>
            <a:schemeClr val="tx1">
              <a:lumMod val="75000"/>
              <a:lumOff val="25000"/>
            </a:schemeClr>
          </a:solidFill>
          <a:uFillTx/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隶书" panose="02010509060101010101" pitchFamily="49" charset="-122"/>
          <a:ea typeface="隶书" panose="02010509060101010101" pitchFamily="49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905510" algn="l"/>
        </a:tabLst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隶书" panose="02010509060101010101" pitchFamily="49" charset="-122"/>
          <a:ea typeface="隶书" panose="02010509060101010101" pitchFamily="49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隶书" panose="02010509060101010101" pitchFamily="49" charset="-122"/>
          <a:ea typeface="隶书" panose="02010509060101010101" pitchFamily="49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隶书" panose="02010509060101010101" pitchFamily="49" charset="-122"/>
          <a:ea typeface="隶书" panose="02010509060101010101" pitchFamily="49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隶书" panose="02010509060101010101" pitchFamily="49" charset="-122"/>
          <a:ea typeface="隶书" panose="02010509060101010101" pitchFamily="49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image" Target="../media/image9.png"/><Relationship Id="rId1" Type="http://schemas.openxmlformats.org/officeDocument/2006/relationships/tags" Target="../tags/tag15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57.xml"/><Relationship Id="rId4" Type="http://schemas.openxmlformats.org/officeDocument/2006/relationships/image" Target="../media/image13.png"/><Relationship Id="rId3" Type="http://schemas.openxmlformats.org/officeDocument/2006/relationships/tags" Target="../tags/tag156.xml"/><Relationship Id="rId2" Type="http://schemas.openxmlformats.org/officeDocument/2006/relationships/image" Target="../media/image9.png"/><Relationship Id="rId1" Type="http://schemas.openxmlformats.org/officeDocument/2006/relationships/tags" Target="../tags/tag15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1.xml"/><Relationship Id="rId5" Type="http://schemas.openxmlformats.org/officeDocument/2006/relationships/image" Target="../media/image14.png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image" Target="../media/image9.png"/><Relationship Id="rId1" Type="http://schemas.openxmlformats.org/officeDocument/2006/relationships/tags" Target="../tags/tag15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image" Target="../media/image9.png"/><Relationship Id="rId1" Type="http://schemas.openxmlformats.org/officeDocument/2006/relationships/tags" Target="../tags/tag16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image" Target="../media/image9.png"/><Relationship Id="rId1" Type="http://schemas.openxmlformats.org/officeDocument/2006/relationships/tags" Target="../tags/tag16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69.xml"/><Relationship Id="rId2" Type="http://schemas.openxmlformats.org/officeDocument/2006/relationships/image" Target="../media/image9.png"/><Relationship Id="rId1" Type="http://schemas.openxmlformats.org/officeDocument/2006/relationships/tags" Target="../tags/tag16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72.xml"/><Relationship Id="rId4" Type="http://schemas.openxmlformats.org/officeDocument/2006/relationships/image" Target="../media/image15.png"/><Relationship Id="rId3" Type="http://schemas.openxmlformats.org/officeDocument/2006/relationships/tags" Target="../tags/tag171.xml"/><Relationship Id="rId2" Type="http://schemas.openxmlformats.org/officeDocument/2006/relationships/image" Target="../media/image9.png"/><Relationship Id="rId1" Type="http://schemas.openxmlformats.org/officeDocument/2006/relationships/tags" Target="../tags/tag17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image" Target="../media/image9.png"/><Relationship Id="rId1" Type="http://schemas.openxmlformats.org/officeDocument/2006/relationships/tags" Target="../tags/tag17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image" Target="../media/image9.png"/><Relationship Id="rId1" Type="http://schemas.openxmlformats.org/officeDocument/2006/relationships/tags" Target="../tags/tag17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image" Target="../media/image9.png"/><Relationship Id="rId1" Type="http://schemas.openxmlformats.org/officeDocument/2006/relationships/tags" Target="../tags/tag17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267922" y="477165"/>
            <a:ext cx="1157423" cy="4008512"/>
          </a:xfrm>
        </p:spPr>
        <p:txBody>
          <a:bodyPr>
            <a:normAutofit fontScale="90000"/>
          </a:bodyPr>
          <a:p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baseline="0">
                <a:solidFill>
                  <a:schemeClr val="accent1"/>
                </a:solidFill>
              </a:rPr>
              <a:t>从八七会议</a:t>
            </a:r>
            <a:r>
              <a:rPr lang="zh-CN" baseline="0">
                <a:solidFill>
                  <a:schemeClr val="accent1"/>
                </a:solidFill>
              </a:rPr>
              <a:t>到</a:t>
            </a:r>
            <a:br>
              <a:rPr lang="zh-CN" baseline="0">
                <a:solidFill>
                  <a:schemeClr val="accent1"/>
                </a:solidFill>
              </a:rPr>
            </a:br>
            <a:r>
              <a:rPr lang="zh-CN" baseline="0">
                <a:solidFill>
                  <a:schemeClr val="accent1"/>
                </a:solidFill>
              </a:rPr>
              <a:t>遵义会议</a:t>
            </a:r>
            <a:endParaRPr lang="zh-CN" baseline="0">
              <a:solidFill>
                <a:schemeClr val="accent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65530" y="1989455"/>
            <a:ext cx="1346200" cy="4593590"/>
          </a:xfrm>
        </p:spPr>
        <p:txBody>
          <a:bodyPr>
            <a:normAutofit/>
          </a:bodyPr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sz="2000" baseline="0">
                <a:solidFill>
                  <a:schemeClr val="dk1">
                    <a:lumMod val="75000"/>
                    <a:lumOff val="25000"/>
                  </a:schemeClr>
                </a:solidFill>
              </a:rPr>
              <a:t>看看毛泽东在党内领导权的变化</a:t>
            </a:r>
            <a:endParaRPr lang="zh-CN" sz="2000" baseline="0">
              <a:solidFill>
                <a:schemeClr val="dk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党的重大转折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八七会议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遵义会议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改革开放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毛泽东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毛泽东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字润之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湖南湘潭人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810" y="1341120"/>
            <a:ext cx="4088765" cy="5245100"/>
          </a:xfrm>
          <a:prstGeom prst="rect">
            <a:avLst/>
          </a:prstGeom>
          <a:ln>
            <a:noFill/>
          </a:ln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八七会议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1927年8月7日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中共中央在汉口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原俄租界三教街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41号召开的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中央紧急会议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15510" y="1341120"/>
            <a:ext cx="3459480" cy="4906645"/>
          </a:xfrm>
          <a:prstGeom prst="rect">
            <a:avLst/>
          </a:prstGeom>
          <a:ln>
            <a:noFill/>
          </a:ln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八七会议后的中国共产党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积极开辟农村革命根据地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（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农村包围城市）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反围剿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（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武装夺取政权）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开展土地革命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思考？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我们曾经说过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“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单纯的农民战争不可能完成争取民族独立和人民解放的历史任务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”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，为什么我们却在这里批判共产国际没有看到中国农民的潜力，强调中国农民阶级的重要性呢？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左与右？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遵义会议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遵义会议是1935年1月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中共中央政治局在贵州遵义召开的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独立自主地解决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中国革命问题的一次极其重要的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扩大会议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0" y="3501390"/>
            <a:ext cx="3916045" cy="2935605"/>
          </a:xfrm>
          <a:prstGeom prst="rect">
            <a:avLst/>
          </a:prstGeom>
          <a:ln>
            <a:noFill/>
          </a:ln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遵义会议之前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通道会议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黎平会议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猴场会议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毛泽东的</a:t>
            </a: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领导地位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三人小组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（周正毛</a:t>
            </a: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副）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f76a2a8f00faecc1133c9dea9f7793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87126" y="5203863"/>
            <a:ext cx="1656874" cy="1654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经验与</a:t>
            </a:r>
            <a:r>
              <a:rPr lang="zh-CN" altLang="en-US">
                <a:solidFill>
                  <a:schemeClr val="accent1"/>
                </a:solidFill>
                <a:latin typeface="汉仪尚巍手书W" charset="0"/>
                <a:ea typeface="汉仪尚巍手书W" charset="0"/>
                <a:sym typeface="+mn-ea"/>
              </a:rPr>
              <a:t>总结</a:t>
            </a:r>
            <a:endParaRPr lang="zh-CN" altLang="en-US">
              <a:solidFill>
                <a:schemeClr val="accent1"/>
              </a:solidFill>
              <a:latin typeface="汉仪尚巍手书W" charset="0"/>
              <a:ea typeface="汉仪尚巍手书W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  <a:noFill/>
          <a:ln w="9525">
            <a:noFill/>
          </a:ln>
        </p:spPr>
        <p:txBody>
          <a:bodyPr>
            <a:no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信心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能力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dk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眼光</a:t>
            </a: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43063" y="2386221"/>
            <a:ext cx="5857875" cy="1395889"/>
          </a:xfrm>
        </p:spPr>
        <p:txBody>
          <a:bodyPr>
            <a:normAutofit fontScale="90000"/>
          </a:bodyPr>
          <a:p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800">
                <a:solidFill>
                  <a:schemeClr val="dk1">
                    <a:lumMod val="85000"/>
                    <a:lumOff val="15000"/>
                  </a:schemeClr>
                </a:solidFill>
              </a:rPr>
              <a:t>谢谢大家</a:t>
            </a:r>
            <a:endParaRPr lang="zh-CN" altLang="en-US" sz="780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643063" y="4195843"/>
            <a:ext cx="5857875" cy="600560"/>
          </a:xfrm>
        </p:spPr>
        <p:txBody>
          <a:bodyPr>
            <a:normAutofit fontScale="67500" lnSpcReduction="20000"/>
          </a:bodyPr>
          <a:p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BK_DARK_LIGHT" val="2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3*y*2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3*y*1"/>
  <p:tag name="KSO_WM_UNIT_BK_DARK_LIGHT" val="2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1*y*2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BLOCK" val="0"/>
  <p:tag name="KSO_WM_UNIT_DEC_AREA_ID" val="7b871ce8eee148579fd85bd3c23126b4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BLOCK" val="0"/>
  <p:tag name="KSO_WM_UNIT_DEC_AREA_ID" val="ca1115f0f47d4c1291c326c03702748c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BLOCK" val="0"/>
  <p:tag name="KSO_WM_UNIT_DEC_AREA_ID" val="d76bc3703c1943e485309e95ebf56c19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BLOCK" val="0"/>
  <p:tag name="KSO_WM_UNIT_DEC_AREA_ID" val="41d1fc9bee884b85b209961104df8a27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9d8359dfe8e42cab5b7e526ae3bfffa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SLIDE_BACKGROUND_TYPE" val="frame"/>
</p:tagLst>
</file>

<file path=ppt/tags/tag89.xml><?xml version="1.0" encoding="utf-8"?>
<p:tagLst xmlns:p="http://schemas.openxmlformats.org/presentationml/2006/main">
  <p:tag name="KSO_WM_UNIT_BLOCK" val="0"/>
  <p:tag name="KSO_WM_UNIT_SM_LIMIT_TYPE" val="2"/>
  <p:tag name="KSO_WM_UNIT_DEC_AREA_ID" val="1789ab0bb33b4f70aeb0a5e8b3c928e2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false},&quot;DecorateInfoH&quot;:{&quot;IsAbs&quot;:false},&quot;whChangeMode&quot;:0}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BLOCK" val="0"/>
  <p:tag name="KSO_WM_UNIT_DEC_AREA_ID" val="a530b65c961b404aaf5122b7a6d131e7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UNIT_SM_LIMIT_TYPE" val="0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</p:tagLst>
</file>

<file path=ppt/tags/tag91.xml><?xml version="1.0" encoding="utf-8"?>
<p:tagLst xmlns:p="http://schemas.openxmlformats.org/presentationml/2006/main">
  <p:tag name="KSO_WM_UNIT_BLOCK" val="0"/>
  <p:tag name="KSO_WM_UNIT_DEC_AREA_ID" val="04503e3a42cd4635a23614d8fee82a48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BLOCK" val="0"/>
  <p:tag name="KSO_WM_UNIT_DEC_AREA_ID" val="c1b145c8745e4ca988658ab83c19132c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BLOCK" val="0"/>
  <p:tag name="KSO_WM_UNIT_DEC_AREA_ID" val="7fc72454d8644a24967fed381c5bc243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BLOCK" val="0"/>
  <p:tag name="KSO_WM_UNIT_DEC_AREA_ID" val="e203cbe07fc3453eb4925e402510fe3d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BLOCK" val="0"/>
  <p:tag name="KSO_WM_UNIT_DEC_AREA_ID" val="88434ea1f3e94bf3a8d6ffcc1016c208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BLOCK" val="0"/>
  <p:tag name="KSO_WM_UNIT_SM_LIMIT_TYPE" val="2"/>
  <p:tag name="KSO_WM_UNIT_DEC_AREA_ID" val="7c2804990039439db195fe4d50bf1702"/>
  <p:tag name="KSO_WM_UNIT_DECORATE_INFO" val="{&quot;ReferentInfo&quot;:{&quot;Id&quot;:&quot;slide&quot;,&quot;X&quot;:{&quot;Pos&quot;:0},&quot;Y&quot;:{&quot;Pos&quot;:1}},&quot;DecorateInfoX&quot;:{&quot;Pos&quot;:0,&quot;IsAbs&quot;:true},&quot;DecorateInfoY&quot;:{&quot;Pos&quot;:1,&quot;IsAbs&quot;:true},&quot;DecorateInfoW&quot;:{&quot;IsAbs&quot;:false},&quot;DecorateInfoH&quot;:{&quot;IsAbs&quot;:false},&quot;whChangeMode&quot;:0}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9d8359dfe8e42cab5b7e526ae3bfffa"/>
  <p:tag name="KSO_WM_UNIT_DECORATE_INFO" val="{&quot;ReferentInfo&quot;:{&quot;Id&quot;:&quot;7c2804990039439db195fe4d50bf1702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SLIDE_BACKGROUND_TYPE" val="leftRight"/>
</p:tagLst>
</file>

<file path=ppt/tags/tag98.xml><?xml version="1.0" encoding="utf-8"?>
<p:tagLst xmlns:p="http://schemas.openxmlformats.org/presentationml/2006/main">
  <p:tag name="KSO_WM_UNIT_BLOCK" val="0"/>
  <p:tag name="KSO_WM_UNIT_DEC_AREA_ID" val="948e6031da614340affdc046842befaa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BLOCK" val="0"/>
  <p:tag name="KSO_WM_UNIT_DEC_AREA_ID" val="9131d75d80194c2c9d9f69f42520590d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BLOCK" val="0"/>
  <p:tag name="KSO_WM_UNIT_DEC_AREA_ID" val="0c924cd95cc44086ad6dfb4338a5575c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BLOCK" val="0"/>
  <p:tag name="KSO_WM_UNIT_DEC_AREA_ID" val="e9ef272211894f608469170c1d9ac0f7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BLOCK" val="0"/>
  <p:tag name="KSO_WM_UNIT_DEC_AREA_ID" val="68aea77f14874336b0f51a8f7d2c06e8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BLOCK" val="0"/>
  <p:tag name="KSO_WM_UNIT_DEC_AREA_ID" val="945c4c592f35442a84adf7019f99bf94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BLOCK" val="0"/>
  <p:tag name="KSO_WM_UNIT_SM_LIMIT_TYPE" val="0"/>
  <p:tag name="KSO_WM_UNIT_DEC_AREA_ID" val="35e8083d34fa4e9eac134207c4dd8a64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</p:tagLst>
</file>

<file path=ppt/tags/tag105.xml><?xml version="1.0" encoding="utf-8"?>
<p:tagLst xmlns:p="http://schemas.openxmlformats.org/presentationml/2006/main">
  <p:tag name="KSO_WM_UNIT_BLOCK" val="0"/>
  <p:tag name="KSO_WM_UNIT_SM_LIMIT_TYPE" val="2"/>
  <p:tag name="KSO_WM_UNIT_DEC_AREA_ID" val="3a9427c8dc8e4b3bbff29770662a6a1f"/>
  <p:tag name="KSO_WM_UNIT_DECORATE_INFO" val="{&quot;ReferentInfo&quot;:{&quot;Id&quot;:&quot;slide&quot;,&quot;X&quot;:{&quot;Pos&quot;:1},&quot;Y&quot;:{&quot;Pos&quot;:0}},&quot;DecorateInfoX&quot;:{&quot;Pos&quot;:1,&quot;IsAbs&quot;:true},&quot;DecorateInfoY&quot;:{&quot;Pos&quot;:0,&quot;IsAbs&quot;:true},&quot;DecorateInfoW&quot;:{&quot;IsAbs&quot;:false},&quot;DecorateInfoH&quot;:{&quot;IsAbs&quot;:false},&quot;whChangeMode&quot;:0}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BLOCK" val="0"/>
  <p:tag name="KSO_WM_UNIT_DEC_AREA_ID" val="9c23ff76cb7c42bab68d3c54d6b03d46"/>
  <p:tag name="KSO_WM_UNIT_SM_LIMIT_TYPE" val="0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9d8359dfe8e42cab5b7e526ae3bfffa"/>
  <p:tag name="KSO_WM_UNIT_DECORATE_INFO" val="{&quot;ReferentInfo&quot;:{&quot;Id&quot;:&quot;3a9427c8dc8e4b3bbff29770662a6a1f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SLIDE_BACKGROUND_TYPE" val="topBottom"/>
</p:tagLst>
</file>

<file path=ppt/tags/tag108.xml><?xml version="1.0" encoding="utf-8"?>
<p:tagLst xmlns:p="http://schemas.openxmlformats.org/presentationml/2006/main">
  <p:tag name="KSO_WM_UNIT_BLOCK" val="0"/>
  <p:tag name="KSO_WM_UNIT_DEC_AREA_ID" val="eedffe1c3624414e967f6d536985a0e1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BLOCK" val="0"/>
  <p:tag name="KSO_WM_UNIT_DEC_AREA_ID" val="f8f5741922854d98bf6bf5c97bd97879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BLOCK" val="0"/>
  <p:tag name="KSO_WM_UNIT_DEC_AREA_ID" val="511eaaf361b44409a92026e18b5eca9d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BLOCK" val="0"/>
  <p:tag name="KSO_WM_UNIT_DEC_AREA_ID" val="9c042193a0f74c198a831e9b54226865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BLOCK" val="0"/>
  <p:tag name="KSO_WM_UNIT_DEC_AREA_ID" val="23087e3411e944b29508ffa358ed7a4e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BLOCK" val="0"/>
  <p:tag name="KSO_WM_UNIT_DEC_AREA_ID" val="6a88f56160894a11af0567b4eb084825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BLOCK" val="0"/>
  <p:tag name="KSO_WM_UNIT_SM_LIMIT_TYPE" val="2"/>
  <p:tag name="KSO_WM_UNIT_DEC_AREA_ID" val="552cfab3d7164566a62f0a97e1d378fe"/>
  <p:tag name="KSO_WM_UNIT_DECORATE_INFO" val="{&quot;ReferentInfo&quot;:{&quot;Id&quot;:&quot;slide&quot;,&quot;X&quot;:{&quot;Pos&quot;:1},&quot;Y&quot;:{&quot;Pos&quot;:2}},&quot;DecorateInfoX&quot;:{&quot;Pos&quot;:1,&quot;IsAbs&quot;:true},&quot;DecorateInfoY&quot;:{&quot;Pos&quot;:2,&quot;IsAbs&quot;:true},&quot;DecorateInfoW&quot;:{&quot;IsAbs&quot;:false},&quot;DecorateInfoH&quot;:{&quot;IsAbs&quot;:false},&quot;whChangeMode&quot;:0}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9d8359dfe8e42cab5b7e526ae3bfffa"/>
  <p:tag name="KSO_WM_UNIT_DECORATE_INFO" val="{&quot;ReferentInfo&quot;:{&quot;Id&quot;:&quot;552cfab3d7164566a62f0a97e1d378fe&quot;,&quot;X&quot;:{&quot;Pos&quot;:0},&quot;Y&quot;:{&quot;Pos&quot;:2}},&quot;DecorateInfoX&quot;:{&quot;Pos&quot;:0,&quot;IsAbs&quot;:true},&quot;DecorateInfoY&quot;:{&quot;Pos&quot;:2,&quot;IsAbs&quot;:true},&quot;DecorateInfoW&quot;:{&quot;IsAbs&quot;:true},&quot;DecorateInfoH&quot;:{&quot;IsAbs&quot;:true},&quot;whChangeMode&quot;:0}"/>
  <p:tag name="KSO_WM_SLIDE_BACKGROUND_TYPE" val="bottomTop"/>
</p:tagLst>
</file>

<file path=ppt/tags/tag116.xml><?xml version="1.0" encoding="utf-8"?>
<p:tagLst xmlns:p="http://schemas.openxmlformats.org/presentationml/2006/main">
  <p:tag name="KSO_WM_UNIT_BLOCK" val="0"/>
  <p:tag name="KSO_WM_UNIT_DEC_AREA_ID" val="46e532ea12984d53bd0953a6a7227ba9"/>
  <p:tag name="KSO_WM_UNIT_SM_LIMIT_TYPE" val="0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0},&quot;Y&quot;:{&quot;Pos&quot;:2}},&quot;DecorateInfoX&quot;:{&quot;Pos&quot;:0,&quot;IsAbs&quot;:true},&quot;DecorateInfoY&quot;:{&quot;Pos&quot;:2,&quot;IsAbs&quot;:true},&quot;DecorateInfoW&quot;:{&quot;IsAbs&quot;:true},&quot;DecorateInfoH&quot;:{&quot;IsAbs&quot;:true},&quot;whChangeMode&quot;:0}"/>
</p:tagLst>
</file>

<file path=ppt/tags/tag117.xml><?xml version="1.0" encoding="utf-8"?>
<p:tagLst xmlns:p="http://schemas.openxmlformats.org/presentationml/2006/main">
  <p:tag name="KSO_WM_UNIT_BLOCK" val="0"/>
  <p:tag name="KSO_WM_UNIT_DEC_AREA_ID" val="a6a2341b60a647cab49fb169b4843b6e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BLOCK" val="0"/>
  <p:tag name="KSO_WM_UNIT_DEC_AREA_ID" val="b95ed0e6f8c445d5980aa0fd0d908b17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BLOCK" val="0"/>
  <p:tag name="KSO_WM_UNIT_DEC_AREA_ID" val="e7e91fe1a249417a822b050c073afacd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BLOCK" val="0"/>
  <p:tag name="KSO_WM_UNIT_DEC_AREA_ID" val="6a4b5d5608a84e0b9da575a0166bcfae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BLOCK" val="0"/>
  <p:tag name="KSO_WM_UNIT_DEC_AREA_ID" val="8178930207f543df98c9bf29293afc6a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BLOCK" val="0"/>
  <p:tag name="KSO_WM_UNIT_DEC_AREA_ID" val="c4dd77e2791a441d8af5f29bc08898c7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BLOCK" val="0"/>
  <p:tag name="KSO_WM_UNIT_SM_LIMIT_TYPE" val="2"/>
  <p:tag name="KSO_WM_UNIT_DEC_AREA_ID" val="50180651c6f54dbca37fed4ceef34490"/>
  <p:tag name="KSO_WM_UNIT_DECORATE_INFO" val="{&quot;ReferentInfo&quot;:{&quot;Id&quot;:&quot;slide&quot;,&quot;X&quot;:{&quot;Pos&quot;:1},&quot;Y&quot;:{&quot;Pos&quot;:0}},&quot;DecorateInfoX&quot;:{&quot;Pos&quot;:1,&quot;IsAbs&quot;:true},&quot;DecorateInfoY&quot;:{&quot;Pos&quot;:0,&quot;IsAbs&quot;:true},&quot;DecorateInfoW&quot;:{&quot;IsAbs&quot;:false},&quot;DecorateInfoH&quot;:{&quot;IsAbs&quot;:false},&quot;whChangeMode&quot;:0}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BLOCK" val="0"/>
  <p:tag name="KSO_WM_UNIT_SM_LIMIT_TYPE" val="0"/>
  <p:tag name="KSO_WM_UNIT_DEC_AREA_ID" val="d8b5cc46d8d445e79b49da13a59a6526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9d8359dfe8e42cab5b7e526ae3bfffa"/>
  <p:tag name="KSO_WM_UNIT_DECORATE_INFO" val="{&quot;ReferentInfo&quot;:{&quot;Id&quot;:&quot;50180651c6f54dbca37fed4ceef34490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SLIDE_BACKGROUND_TYPE" val="navigation"/>
</p:tagLst>
</file>

<file path=ppt/tags/tag126.xml><?xml version="1.0" encoding="utf-8"?>
<p:tagLst xmlns:p="http://schemas.openxmlformats.org/presentationml/2006/main">
  <p:tag name="KSO_WM_UNIT_BLOCK" val="0"/>
  <p:tag name="KSO_WM_UNIT_DEC_AREA_ID" val="867cf0e2ecad46e4ba8b1b8efa7ed906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BLOCK" val="0"/>
  <p:tag name="KSO_WM_UNIT_DEC_AREA_ID" val="5dd1a0d2897649cc98352d921b48c118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BLOCK" val="0"/>
  <p:tag name="KSO_WM_UNIT_DEC_AREA_ID" val="8bf44c8551bb424c9efcb4f28d5f9425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BLOCK" val="0"/>
  <p:tag name="KSO_WM_UNIT_DEC_AREA_ID" val="e1f1f84f35d64db1a8fce06dcdadf3a0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BLOCK" val="0"/>
  <p:tag name="KSO_WM_UNIT_DEC_AREA_ID" val="164b7c2b01194c28b234914039b6e52b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BLOCK" val="0"/>
  <p:tag name="KSO_WM_UNIT_DEC_AREA_ID" val="fdd0fdc4fbda43d4b5f1ff0b22cc7597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BLOCK" val="0"/>
  <p:tag name="KSO_WM_UNIT_DEC_AREA_ID" val="9ff8938f4be14bceaf53672bec837ec1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BLOCK" val="0"/>
  <p:tag name="KSO_WM_UNIT_DEC_AREA_ID" val="01aae4c17e6a4812bba92452cc0c6359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1*y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9d8359dfe8e42cab5b7e526ae3bfffa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SLIDE_BACKGROUND_TYPE" val="belt"/>
</p:tagLst>
</file>

<file path=ppt/tags/tag1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UNIT_BLOCK" val="0"/>
  <p:tag name="KSO_WM_UNIT_DEC_AREA_ID" val="d022c9c97d1446aa9dd1d6658a78c93a"/>
</p:tagLst>
</file>

<file path=ppt/tags/tag1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UNIT_BLOCK" val="0"/>
  <p:tag name="KSO_WM_UNIT_DEC_AREA_ID" val="69b87420e22c4db8a31bd6397077c19a"/>
</p:tagLst>
</file>

<file path=ppt/tags/tag1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UNIT_BLOCK" val="0"/>
  <p:tag name="KSO_WM_UNIT_DEC_AREA_ID" val="fd8f60c16a734087925f0b03703cc21e"/>
</p:tagLst>
</file>

<file path=ppt/tags/tag1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daf6a73eac874da38562dec8698a2722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false},&quot;DecorateInfoH&quot;:{&quot;IsAbs&quot;:false},&quot;whChangeMode&quot;:0}"/>
</p:tagLst>
</file>

<file path=ppt/tags/tag1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594973a260b46dd8c81650c0b9448d0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</p:tagLst>
</file>

<file path=ppt/tags/tag14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3e3da0deb5a04019a4856037c037911a"/>
  <p:tag name="KSO_WM_UNIT_TYPE" val="i"/>
  <p:tag name="KSO_WM_UNIT_INDEX" val="2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</p:tagLst>
</file>

<file path=ppt/tags/tag14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UNIT_BLOCK" val="0"/>
  <p:tag name="KSO_WM_UNIT_DEC_AREA_ID" val="1da1038560b34bf38f622af028c0424f"/>
</p:tagLst>
</file>

<file path=ppt/tags/tag1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UNIT_BLOCK" val="0"/>
  <p:tag name="KSO_WM_UNIT_DEC_AREA_ID" val="8ff77b9c07a1410cbf6d51c19f26c89e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026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026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SHOW_EDIT_AREA_INDICATION" val="0"/>
  <p:tag name="KSO_WM_TEMPLATE_THUMBS_INDEX" val="1、5、6、7、8、10、13、15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0261"/>
  <p:tag name="KSO_WM_TEMPLATE_MASTER_TYPE" val="1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ID" val="custom20200261_1*a*1"/>
  <p:tag name="KSO_WM_TEMPLATE_CATEGORY" val="custom"/>
  <p:tag name="KSO_WM_TEMPLATE_INDEX" val="20200261"/>
  <p:tag name="KSO_WM_UNIT_LAYERLEVEL" val="1"/>
  <p:tag name="KSO_WM_TAG_VERSION" val="1.0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点击此处添加正文，文字是您思想的提炼，请尽量言简意赅的阐述观点。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custom20200261_1*b*1"/>
  <p:tag name="KSO_WM_TEMPLATE_CATEGORY" val="custom"/>
  <p:tag name="KSO_WM_TEMPLATE_INDEX" val="20200261"/>
  <p:tag name="KSO_WM_UNIT_LAYERLEVEL" val="1"/>
  <p:tag name="KSO_WM_TAG_VERSION" val="1.0"/>
  <p:tag name="KSO_WM_UNIT_TEXT_FILL_FORE_SCHEMECOLOR_INDEX_BRIGHTNESS" val="0.25"/>
  <p:tag name="KSO_WM_UNIT_TEXT_FILL_FORE_SCHEMECOLOR_INDEX" val="13"/>
  <p:tag name="KSO_WM_UNIT_TEXT_FILL_TYPE" val="1"/>
</p:tagLst>
</file>

<file path=ppt/tags/tag151.xml><?xml version="1.0" encoding="utf-8"?>
<p:tagLst xmlns:p="http://schemas.openxmlformats.org/presentationml/2006/main">
  <p:tag name="KSO_WM_TEMPLATE_THUMBS_INDEX" val="1、5、6、7、8、10、13、15"/>
  <p:tag name="KSO_WM_SLIDE_COVER_HASPICTURE" val="2"/>
  <p:tag name="KSO_WM_SLIDE_ID" val="custom20200261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0261"/>
  <p:tag name="KSO_WM_SLIDE_LAYOUT" val="a_b"/>
  <p:tag name="KSO_WM_SLIDE_LAYOUT_CNT" val="1_1"/>
</p:tagLst>
</file>

<file path=ppt/tags/tag152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55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58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0.xml><?xml version="1.0" encoding="utf-8"?>
<p:tagLst xmlns:p="http://schemas.openxmlformats.org/presentationml/2006/main">
  <p:tag name="KSO_WM_UNIT_PLACING_PICTURE_USER_VIEWPORT" val="{&quot;height&quot;:12563,&quot;width&quot;:8858}"/>
</p:tagLst>
</file>

<file path=ppt/tags/tag16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62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65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68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6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0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3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6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9.xml><?xml version="1.0" encoding="utf-8"?>
<p:tagLst xmlns:p="http://schemas.openxmlformats.org/presentationml/2006/main">
  <p:tag name="KSO_WM_UNIT_BLOCK" val="0"/>
  <p:tag name="KSO_WM_UNIT_SM_LIMIT_TYPE" val="0"/>
  <p:tag name="KSO_WM_UNIT_DEC_AREA_ID" val="be96dcbf57054efdb6a1b821ec819242"/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UNIT_DECORATE_INFO" val="{&quot;ReferentInfo&quot;:{&quot;Id&quot;:&quot;slide&quot;,&quot;X&quot;:{&quot;Pos&quot;:2},&quot;Y&quot;:{&quot;Pos&quot;:2}},&quot;DecorateInfoX&quot;:{&quot;Pos&quot;:2,&quot;IsAbs&quot;:true},&quot;DecorateInfoY&quot;:{&quot;Pos&quot;:2,&quot;IsAbs&quot;:true},&quot;DecorateInfoW&quot;:{&quot;IsAbs&quot;:true},&quot;DecorateInfoH&quot;:{&quot;IsAbs&quot;:true},&quot;whChangeMode&quot;:0}"/>
  <p:tag name="WM_BEAUTIFY_SHAPE_IDENTITY" val="{dc963ae7-8d7a-4da8-a73c-0097e33f65a4}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0261_15*a*1"/>
  <p:tag name="KSO_WM_TEMPLATE_CATEGORY" val="custom"/>
  <p:tag name="KSO_WM_TEMPLATE_INDEX" val="20200261"/>
  <p:tag name="KSO_WM_UNIT_LAYERLEVEL" val="1"/>
  <p:tag name="KSO_WM_TAG_VERSION" val="1.0"/>
  <p:tag name="KSO_WM_BEAUTIFY_FLAG" val="#wm#"/>
  <p:tag name="KSO_WM_UNIT_PRESET_TEXT" val="Thanks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0261_15*b*1"/>
  <p:tag name="KSO_WM_TEMPLATE_CATEGORY" val="custom"/>
  <p:tag name="KSO_WM_TEMPLATE_INDEX" val="20200261"/>
  <p:tag name="KSO_WM_UNIT_LAYERLEVEL" val="1"/>
  <p:tag name="KSO_WM_TAG_VERSION" val="1.0"/>
  <p:tag name="KSO_WM_BEAUTIFY_FLAG" val="#wm#"/>
  <p:tag name="KSO_WM_UNIT_PRESET_TEXT" val="点击此处添加正文，文字是您思想的提炼，请尽量言简意赅的阐述观点。"/>
  <p:tag name="KSO_WM_UNIT_TEXT_FILL_FORE_SCHEMECOLOR_INDEX_BRIGHTNESS" val="0.25"/>
  <p:tag name="KSO_WM_UNIT_TEXT_FILL_FORE_SCHEMECOLOR_INDEX" val="13"/>
  <p:tag name="KSO_WM_UNIT_TEXT_FILL_TYPE" val="1"/>
</p:tagLst>
</file>

<file path=ppt/tags/tag184.xml><?xml version="1.0" encoding="utf-8"?>
<p:tagLst xmlns:p="http://schemas.openxmlformats.org/presentationml/2006/main">
  <p:tag name="KSO_WM_SLIDE_ID" val="custom20200261_15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0261"/>
  <p:tag name="KSO_WM_SLIDE_LAYOUT" val="a_b"/>
  <p:tag name="KSO_WM_SLIDE_LAYOUT_CNT" val="1_1"/>
</p:tagLst>
</file>

<file path=ppt/tags/tag185.xml><?xml version="1.0" encoding="utf-8"?>
<p:tagLst xmlns:p="http://schemas.openxmlformats.org/presentationml/2006/main">
  <p:tag name="COMMONDATA" val="eyJoZGlkIjoiYjVkZTY4OWU3ZGFmNjg5NTU0YjIzNTljMDQzMDI3ZjQifQ=="/>
  <p:tag name="KSO_WPP_MARK_KEY" val="38824b46-ff2d-4288-b64f-c8ca094e5e2a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5">
      <a:dk1>
        <a:srgbClr val="000000"/>
      </a:dk1>
      <a:lt1>
        <a:srgbClr val="FFFFFF"/>
      </a:lt1>
      <a:dk2>
        <a:srgbClr val="E7E0D6"/>
      </a:dk2>
      <a:lt2>
        <a:srgbClr val="F1ECE6"/>
      </a:lt2>
      <a:accent1>
        <a:srgbClr val="A00000"/>
      </a:accent1>
      <a:accent2>
        <a:srgbClr val="84350C"/>
      </a:accent2>
      <a:accent3>
        <a:srgbClr val="6E5210"/>
      </a:accent3>
      <a:accent4>
        <a:srgbClr val="566211"/>
      </a:accent4>
      <a:accent5>
        <a:srgbClr val="446F31"/>
      </a:accent5>
      <a:accent6>
        <a:srgbClr val="347551"/>
      </a:accent6>
      <a:hlink>
        <a:srgbClr val="495AC3"/>
      </a:hlink>
      <a:folHlink>
        <a:srgbClr val="725E82"/>
      </a:folHlink>
    </a:clrScheme>
    <a:fontScheme name="中国风">
      <a:majorFont>
        <a:latin typeface="隶书"/>
        <a:ea typeface="汉仪尚巍手书W"/>
        <a:cs typeface=""/>
      </a:majorFont>
      <a:minorFont>
        <a:latin typeface="隶书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WPS 演示</Application>
  <PresentationFormat/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Arial Unicode MS</vt:lpstr>
      <vt:lpstr>Calibri</vt:lpstr>
      <vt:lpstr>隶书</vt:lpstr>
      <vt:lpstr>汉仪尚巍手书W</vt:lpstr>
      <vt:lpstr>汉仪尚巍手书W</vt:lpstr>
      <vt:lpstr>Segoe Print</vt:lpstr>
      <vt:lpstr>默认设计模板</vt:lpstr>
      <vt:lpstr>2_Office 主题​​</vt:lpstr>
      <vt:lpstr>从八七会议到遵义会议</vt:lpstr>
      <vt:lpstr>党的重大转折</vt:lpstr>
      <vt:lpstr>毛泽东</vt:lpstr>
      <vt:lpstr>八七会议</vt:lpstr>
      <vt:lpstr>八七会议后的中国共产党</vt:lpstr>
      <vt:lpstr>思考？</vt:lpstr>
      <vt:lpstr>左与右？</vt:lpstr>
      <vt:lpstr>遵义会议</vt:lpstr>
      <vt:lpstr>遵义会议之前</vt:lpstr>
      <vt:lpstr>毛泽东的领导地位</vt:lpstr>
      <vt:lpstr>经验与总结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从八七会议到遵义会议</dc:title>
  <dc:creator>chriswang</dc:creator>
  <cp:lastModifiedBy>诺维茨基</cp:lastModifiedBy>
  <cp:revision>3</cp:revision>
  <dcterms:created xsi:type="dcterms:W3CDTF">2022-09-23T11:41:00Z</dcterms:created>
  <dcterms:modified xsi:type="dcterms:W3CDTF">2022-09-28T10:17:17Z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21B41344409C4809981D60BCE2CDC35C</vt:lpwstr>
  </property>
</Properties>
</file>