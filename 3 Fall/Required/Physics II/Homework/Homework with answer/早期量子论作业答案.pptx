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  <p:sldId id="306" r:id="rId4"/>
    <p:sldId id="307" r:id="rId5"/>
    <p:sldId id="322" r:id="rId6"/>
    <p:sldId id="308" r:id="rId7"/>
    <p:sldId id="309" r:id="rId8"/>
    <p:sldId id="310" r:id="rId9"/>
    <p:sldId id="31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224644"/>
            <a:ext cx="6880569" cy="255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3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6" y="116632"/>
            <a:ext cx="7271769" cy="20522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4" y="1988840"/>
            <a:ext cx="6984776" cy="116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6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52636"/>
            <a:ext cx="6728936" cy="9361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7" y="1088740"/>
            <a:ext cx="6824739" cy="372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0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88640"/>
            <a:ext cx="7024935" cy="205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3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620688"/>
            <a:ext cx="7262045" cy="23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3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88640"/>
            <a:ext cx="7098105" cy="507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2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8" y="0"/>
            <a:ext cx="6460145" cy="33123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3465004"/>
            <a:ext cx="6684885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7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224644"/>
            <a:ext cx="7670065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0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04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huang</cp:lastModifiedBy>
  <cp:revision>9</cp:revision>
  <dcterms:created xsi:type="dcterms:W3CDTF">2023-07-16T08:01:55Z</dcterms:created>
  <dcterms:modified xsi:type="dcterms:W3CDTF">2023-07-16T08:41:16Z</dcterms:modified>
</cp:coreProperties>
</file>