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3"/>
    <p:sldId id="312" r:id="rId4"/>
    <p:sldId id="313" r:id="rId5"/>
    <p:sldId id="314" r:id="rId6"/>
    <p:sldId id="315" r:id="rId7"/>
    <p:sldId id="31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5" d="100"/>
          <a:sy n="85" d="100"/>
        </p:scale>
        <p:origin x="5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348" y="116632"/>
            <a:ext cx="7017136" cy="212423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2024844"/>
            <a:ext cx="3923818" cy="7560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379" y="224644"/>
            <a:ext cx="5916901" cy="30963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260648"/>
            <a:ext cx="7208884" cy="38524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395" y="224644"/>
            <a:ext cx="6041219" cy="255628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467" y="2888940"/>
            <a:ext cx="5601881" cy="1440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7" y="116632"/>
            <a:ext cx="6720441" cy="26282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380" y="188640"/>
            <a:ext cx="6515751" cy="194421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95" y="2204864"/>
            <a:ext cx="6454081" cy="23402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 Unicode MS</vt:lpstr>
      <vt:lpstr>Calibri Light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huang</dc:creator>
  <cp:lastModifiedBy>灭绝星辰</cp:lastModifiedBy>
  <cp:revision>11</cp:revision>
  <dcterms:created xsi:type="dcterms:W3CDTF">2023-07-16T08:01:00Z</dcterms:created>
  <dcterms:modified xsi:type="dcterms:W3CDTF">2024-12-18T14:41:44Z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A022522E8ECE4D759517929EF5A328B5_12</vt:lpwstr>
  </property>
  <property fmtid="{D5CDD505-2E9C-101B-9397-08002B2CF9AE}" pid="3" name="KSOProductBuildVer">
    <vt:lpwstr>2052-12.1.0.19302</vt:lpwstr>
  </property>
</Properties>
</file>