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4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6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3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  <a:t>2023/7/16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6" y="188640"/>
            <a:ext cx="9469477" cy="25922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19" y="2672916"/>
            <a:ext cx="722596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0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24644"/>
            <a:ext cx="8597409" cy="457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9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548680"/>
            <a:ext cx="886443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3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87" y="188640"/>
            <a:ext cx="7222911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88640"/>
            <a:ext cx="7347965" cy="20882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89" y="2268361"/>
            <a:ext cx="8388932" cy="243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9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72" y="116632"/>
            <a:ext cx="7596844" cy="203243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" y="2149066"/>
            <a:ext cx="6552728" cy="4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0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0" y="368660"/>
            <a:ext cx="7024853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2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16632"/>
            <a:ext cx="7368816" cy="25922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2708920"/>
            <a:ext cx="677794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0"/>
            <a:ext cx="7482841" cy="20608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168860"/>
            <a:ext cx="7911877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4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338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huang</cp:lastModifiedBy>
  <cp:revision>3</cp:revision>
  <dcterms:created xsi:type="dcterms:W3CDTF">2023-07-16T08:01:55Z</dcterms:created>
  <dcterms:modified xsi:type="dcterms:W3CDTF">2023-07-16T08:06:03Z</dcterms:modified>
</cp:coreProperties>
</file>