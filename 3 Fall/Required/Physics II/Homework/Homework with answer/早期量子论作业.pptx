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04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>
      <p:cViewPr varScale="1">
        <p:scale>
          <a:sx n="114" d="100"/>
          <a:sy n="114" d="100"/>
        </p:scale>
        <p:origin x="47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FD12C-638E-44F8-991B-885C2AD468E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C97AC-2DA8-46B9-A5A2-BD74F0EF9E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FD12C-638E-44F8-991B-885C2AD468E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C97AC-2DA8-46B9-A5A2-BD74F0EF9E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FD12C-638E-44F8-991B-885C2AD468E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C97AC-2DA8-46B9-A5A2-BD74F0EF9E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FD12C-638E-44F8-991B-885C2AD468E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C97AC-2DA8-46B9-A5A2-BD74F0EF9E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FD12C-638E-44F8-991B-885C2AD468E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C97AC-2DA8-46B9-A5A2-BD74F0EF9E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FD12C-638E-44F8-991B-885C2AD468E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C97AC-2DA8-46B9-A5A2-BD74F0EF9E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FD12C-638E-44F8-991B-885C2AD468ED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C97AC-2DA8-46B9-A5A2-BD74F0EF9E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FD12C-638E-44F8-991B-885C2AD468E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C97AC-2DA8-46B9-A5A2-BD74F0EF9E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FD12C-638E-44F8-991B-885C2AD468E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C97AC-2DA8-46B9-A5A2-BD74F0EF9E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FD12C-638E-44F8-991B-885C2AD468E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C97AC-2DA8-46B9-A5A2-BD74F0EF9E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FD12C-638E-44F8-991B-885C2AD468E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C97AC-2DA8-46B9-A5A2-BD74F0EF9E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FFD12C-638E-44F8-991B-885C2AD468E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AC97AC-2DA8-46B9-A5A2-BD74F0EF9E7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1"/>
          <a:srcRect b="77465"/>
          <a:stretch>
            <a:fillRect/>
          </a:stretch>
        </p:blipFill>
        <p:spPr>
          <a:xfrm>
            <a:off x="551384" y="224644"/>
            <a:ext cx="6880569" cy="576064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2"/>
          <a:srcRect b="52632"/>
          <a:stretch>
            <a:fillRect/>
          </a:stretch>
        </p:blipFill>
        <p:spPr>
          <a:xfrm>
            <a:off x="407941" y="800527"/>
            <a:ext cx="7271769" cy="972108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505" y="1809351"/>
            <a:ext cx="6728936" cy="93610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4"/>
          <a:srcRect b="82456"/>
          <a:stretch>
            <a:fillRect/>
          </a:stretch>
        </p:blipFill>
        <p:spPr>
          <a:xfrm>
            <a:off x="442928" y="2708955"/>
            <a:ext cx="7024935" cy="36004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5"/>
          <a:srcRect b="73846"/>
          <a:stretch>
            <a:fillRect/>
          </a:stretch>
        </p:blipFill>
        <p:spPr>
          <a:xfrm>
            <a:off x="551064" y="3123223"/>
            <a:ext cx="7262045" cy="612068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6"/>
          <a:srcRect b="88652"/>
          <a:stretch>
            <a:fillRect/>
          </a:stretch>
        </p:blipFill>
        <p:spPr>
          <a:xfrm>
            <a:off x="443181" y="4004990"/>
            <a:ext cx="7098105" cy="576064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7"/>
          <a:srcRect b="75827"/>
          <a:stretch>
            <a:fillRect/>
          </a:stretch>
        </p:blipFill>
        <p:spPr>
          <a:xfrm>
            <a:off x="731538" y="4725035"/>
            <a:ext cx="6460145" cy="80070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8"/>
          <a:srcRect b="86000"/>
          <a:stretch>
            <a:fillRect/>
          </a:stretch>
        </p:blipFill>
        <p:spPr>
          <a:xfrm>
            <a:off x="407497" y="5697074"/>
            <a:ext cx="7670065" cy="75608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微软雅黑</vt:lpstr>
      <vt:lpstr>Arial Unicode MS</vt:lpstr>
      <vt:lpstr>Calibri Light</vt:lpstr>
      <vt:lpstr>Calibri</vt:lpstr>
      <vt:lpstr>Office 主题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huang</dc:creator>
  <cp:lastModifiedBy>灭绝星辰</cp:lastModifiedBy>
  <cp:revision>11</cp:revision>
  <dcterms:created xsi:type="dcterms:W3CDTF">2023-07-16T08:01:00Z</dcterms:created>
  <dcterms:modified xsi:type="dcterms:W3CDTF">2024-12-19T11:18:12Z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2695590AD7D64918B3DD1D5A1BDC884E_12</vt:lpwstr>
  </property>
  <property fmtid="{D5CDD505-2E9C-101B-9397-08002B2CF9AE}" pid="3" name="KSOProductBuildVer">
    <vt:lpwstr>2052-12.1.0.19302</vt:lpwstr>
  </property>
</Properties>
</file>