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015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70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190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466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903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81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271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266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458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099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9F1-B97E-4201-BC8C-A6143C509E43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951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8C9F1-B97E-4201-BC8C-A6143C509E43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F27AF-C1DF-4D61-B150-76C00E1C1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1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71664" y="1592796"/>
            <a:ext cx="590465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第 </a:t>
            </a:r>
            <a:r>
              <a:rPr lang="en-US" altLang="zh-CN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11 </a:t>
            </a:r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章  振动学基础 </a:t>
            </a:r>
            <a:endParaRPr lang="en-US" altLang="zh-CN" sz="4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4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作 业</a:t>
            </a:r>
          </a:p>
        </p:txBody>
      </p:sp>
    </p:spTree>
    <p:extLst>
      <p:ext uri="{BB962C8B-B14F-4D97-AF65-F5344CB8AC3E}">
        <p14:creationId xmlns:p14="http://schemas.microsoft.com/office/powerpoint/2010/main" val="3085813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40" y="80628"/>
            <a:ext cx="7624976" cy="97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25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40" y="152636"/>
            <a:ext cx="7389515" cy="57606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196" y="155520"/>
            <a:ext cx="3901432" cy="240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894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3" y="116632"/>
            <a:ext cx="7380820" cy="12153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2" y="188640"/>
            <a:ext cx="2849475" cy="320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159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52636"/>
            <a:ext cx="7344816" cy="93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8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0"/>
            <a:ext cx="4860540" cy="13974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5" y="1419515"/>
            <a:ext cx="6876764" cy="97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267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16632"/>
            <a:ext cx="6772120" cy="154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21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48" y="224644"/>
            <a:ext cx="7435125" cy="61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500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88640"/>
            <a:ext cx="7242870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9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55" y="224644"/>
            <a:ext cx="7848873" cy="62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60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9</Words>
  <Application>Microsoft Office PowerPoint</Application>
  <PresentationFormat>宽屏</PresentationFormat>
  <Paragraphs>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黑体</vt:lpstr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</dc:creator>
  <cp:lastModifiedBy>Administrator</cp:lastModifiedBy>
  <cp:revision>31</cp:revision>
  <dcterms:created xsi:type="dcterms:W3CDTF">2023-01-11T02:18:44Z</dcterms:created>
  <dcterms:modified xsi:type="dcterms:W3CDTF">2024-09-10T02:03:31Z</dcterms:modified>
</cp:coreProperties>
</file>