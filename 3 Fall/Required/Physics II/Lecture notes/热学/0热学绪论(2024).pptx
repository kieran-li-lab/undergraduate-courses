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49" r:id="rId2"/>
    <p:sldMasterId id="2147483650" r:id="rId3"/>
  </p:sldMasterIdLst>
  <p:notesMasterIdLst>
    <p:notesMasterId r:id="rId13"/>
  </p:notesMasterIdLst>
  <p:handoutMasterIdLst>
    <p:handoutMasterId r:id="rId14"/>
  </p:handoutMasterIdLst>
  <p:sldIdLst>
    <p:sldId id="723" r:id="rId4"/>
    <p:sldId id="519" r:id="rId5"/>
    <p:sldId id="719" r:id="rId6"/>
    <p:sldId id="804" r:id="rId7"/>
    <p:sldId id="720" r:id="rId8"/>
    <p:sldId id="724" r:id="rId9"/>
    <p:sldId id="593" r:id="rId10"/>
    <p:sldId id="803" r:id="rId11"/>
    <p:sldId id="809" r:id="rId12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sz="3200" b="1" kern="1200">
        <a:solidFill>
          <a:schemeClr val="accent2"/>
        </a:solidFill>
        <a:latin typeface="Times New Roman" panose="02020603050405020304" pitchFamily="18" charset="0"/>
        <a:ea typeface="楷体_GB2312" panose="02010609030101010101" pitchFamily="49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3200" b="1" kern="1200">
        <a:solidFill>
          <a:schemeClr val="accent2"/>
        </a:solidFill>
        <a:latin typeface="Times New Roman" panose="02020603050405020304" pitchFamily="18" charset="0"/>
        <a:ea typeface="楷体_GB2312" panose="02010609030101010101" pitchFamily="49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3200" b="1" kern="1200">
        <a:solidFill>
          <a:schemeClr val="accent2"/>
        </a:solidFill>
        <a:latin typeface="Times New Roman" panose="02020603050405020304" pitchFamily="18" charset="0"/>
        <a:ea typeface="楷体_GB2312" panose="02010609030101010101" pitchFamily="49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3200" b="1" kern="1200">
        <a:solidFill>
          <a:schemeClr val="accent2"/>
        </a:solidFill>
        <a:latin typeface="Times New Roman" panose="02020603050405020304" pitchFamily="18" charset="0"/>
        <a:ea typeface="楷体_GB2312" panose="02010609030101010101" pitchFamily="49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3200" b="1" kern="1200">
        <a:solidFill>
          <a:schemeClr val="accent2"/>
        </a:solidFill>
        <a:latin typeface="Times New Roman" panose="02020603050405020304" pitchFamily="18" charset="0"/>
        <a:ea typeface="楷体_GB2312" panose="02010609030101010101" pitchFamily="49" charset="-122"/>
        <a:cs typeface="+mn-cs"/>
      </a:defRPr>
    </a:lvl5pPr>
    <a:lvl6pPr marL="2286000" algn="l" defTabSz="914400" rtl="0" eaLnBrk="1" latinLnBrk="0" hangingPunct="1">
      <a:defRPr sz="3200" b="1" kern="1200">
        <a:solidFill>
          <a:schemeClr val="accent2"/>
        </a:solidFill>
        <a:latin typeface="Times New Roman" panose="02020603050405020304" pitchFamily="18" charset="0"/>
        <a:ea typeface="楷体_GB2312" panose="02010609030101010101" pitchFamily="49" charset="-122"/>
        <a:cs typeface="+mn-cs"/>
      </a:defRPr>
    </a:lvl6pPr>
    <a:lvl7pPr marL="2743200" algn="l" defTabSz="914400" rtl="0" eaLnBrk="1" latinLnBrk="0" hangingPunct="1">
      <a:defRPr sz="3200" b="1" kern="1200">
        <a:solidFill>
          <a:schemeClr val="accent2"/>
        </a:solidFill>
        <a:latin typeface="Times New Roman" panose="02020603050405020304" pitchFamily="18" charset="0"/>
        <a:ea typeface="楷体_GB2312" panose="02010609030101010101" pitchFamily="49" charset="-122"/>
        <a:cs typeface="+mn-cs"/>
      </a:defRPr>
    </a:lvl7pPr>
    <a:lvl8pPr marL="3200400" algn="l" defTabSz="914400" rtl="0" eaLnBrk="1" latinLnBrk="0" hangingPunct="1">
      <a:defRPr sz="3200" b="1" kern="1200">
        <a:solidFill>
          <a:schemeClr val="accent2"/>
        </a:solidFill>
        <a:latin typeface="Times New Roman" panose="02020603050405020304" pitchFamily="18" charset="0"/>
        <a:ea typeface="楷体_GB2312" panose="02010609030101010101" pitchFamily="49" charset="-122"/>
        <a:cs typeface="+mn-cs"/>
      </a:defRPr>
    </a:lvl8pPr>
    <a:lvl9pPr marL="3657600" algn="l" defTabSz="914400" rtl="0" eaLnBrk="1" latinLnBrk="0" hangingPunct="1">
      <a:defRPr sz="3200" b="1" kern="1200">
        <a:solidFill>
          <a:schemeClr val="accent2"/>
        </a:solidFill>
        <a:latin typeface="Times New Roman" panose="02020603050405020304" pitchFamily="18" charset="0"/>
        <a:ea typeface="楷体_GB2312" panose="0201060903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FF00"/>
    <a:srgbClr val="CCFFFF"/>
    <a:srgbClr val="CC3300"/>
    <a:srgbClr val="FF3300"/>
    <a:srgbClr val="3399FF"/>
    <a:srgbClr val="00CC99"/>
    <a:srgbClr val="CC0000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 autoAdjust="0"/>
    <p:restoredTop sz="94660" autoAdjust="0"/>
  </p:normalViewPr>
  <p:slideViewPr>
    <p:cSldViewPr snapToGrid="0" snapToObjects="1" showGuides="1">
      <p:cViewPr varScale="1">
        <p:scale>
          <a:sx n="114" d="100"/>
          <a:sy n="114" d="100"/>
        </p:scale>
        <p:origin x="1524" y="102"/>
      </p:cViewPr>
      <p:guideLst>
        <p:guide orient="horz" pos="213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84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presProps" Target="presProp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handoutMaster" Target="handoutMasters/handout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3" Type="http://schemas.openxmlformats.org/officeDocument/2006/relationships/image" Target="../media/image5.emf"/><Relationship Id="rId7" Type="http://schemas.openxmlformats.org/officeDocument/2006/relationships/image" Target="../media/image9.wmf"/><Relationship Id="rId2" Type="http://schemas.openxmlformats.org/officeDocument/2006/relationships/image" Target="../media/image4.emf"/><Relationship Id="rId1" Type="http://schemas.openxmlformats.org/officeDocument/2006/relationships/image" Target="../media/image3.emf"/><Relationship Id="rId6" Type="http://schemas.openxmlformats.org/officeDocument/2006/relationships/image" Target="../media/image8.wmf"/><Relationship Id="rId5" Type="http://schemas.openxmlformats.org/officeDocument/2006/relationships/image" Target="../media/image7.wmf"/><Relationship Id="rId10" Type="http://schemas.openxmlformats.org/officeDocument/2006/relationships/image" Target="../media/image12.wmf"/><Relationship Id="rId4" Type="http://schemas.openxmlformats.org/officeDocument/2006/relationships/image" Target="../media/image6.emf"/><Relationship Id="rId9" Type="http://schemas.openxmlformats.org/officeDocument/2006/relationships/image" Target="../media/image11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2.wmf"/><Relationship Id="rId3" Type="http://schemas.openxmlformats.org/officeDocument/2006/relationships/image" Target="../media/image17.wmf"/><Relationship Id="rId7" Type="http://schemas.openxmlformats.org/officeDocument/2006/relationships/image" Target="../media/image21.wmf"/><Relationship Id="rId2" Type="http://schemas.openxmlformats.org/officeDocument/2006/relationships/image" Target="../media/image16.wmf"/><Relationship Id="rId1" Type="http://schemas.openxmlformats.org/officeDocument/2006/relationships/image" Target="../media/image15.wmf"/><Relationship Id="rId6" Type="http://schemas.openxmlformats.org/officeDocument/2006/relationships/image" Target="../media/image20.wmf"/><Relationship Id="rId5" Type="http://schemas.openxmlformats.org/officeDocument/2006/relationships/image" Target="../media/image19.wmf"/><Relationship Id="rId4" Type="http://schemas.openxmlformats.org/officeDocument/2006/relationships/image" Target="../media/image18.wmf"/><Relationship Id="rId9" Type="http://schemas.openxmlformats.org/officeDocument/2006/relationships/image" Target="../media/image23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30.wmf"/><Relationship Id="rId3" Type="http://schemas.openxmlformats.org/officeDocument/2006/relationships/image" Target="../media/image25.wmf"/><Relationship Id="rId7" Type="http://schemas.openxmlformats.org/officeDocument/2006/relationships/image" Target="../media/image29.wmf"/><Relationship Id="rId2" Type="http://schemas.openxmlformats.org/officeDocument/2006/relationships/image" Target="../media/image24.wmf"/><Relationship Id="rId1" Type="http://schemas.openxmlformats.org/officeDocument/2006/relationships/image" Target="../media/image15.wmf"/><Relationship Id="rId6" Type="http://schemas.openxmlformats.org/officeDocument/2006/relationships/image" Target="../media/image28.wmf"/><Relationship Id="rId5" Type="http://schemas.openxmlformats.org/officeDocument/2006/relationships/image" Target="../media/image27.wmf"/><Relationship Id="rId4" Type="http://schemas.openxmlformats.org/officeDocument/2006/relationships/image" Target="../media/image26.wmf"/><Relationship Id="rId9" Type="http://schemas.openxmlformats.org/officeDocument/2006/relationships/image" Target="../media/image31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890" name="页眉占位符 421889">
            <a:extLst>
              <a:ext uri="{FF2B5EF4-FFF2-40B4-BE49-F238E27FC236}">
                <a16:creationId xmlns:a16="http://schemas.microsoft.com/office/drawing/2014/main" id="{309B94C6-19EE-432C-B31C-605FCCCB59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eaLnBrk="1" hangingPunct="1">
              <a:spcBef>
                <a:spcPct val="50000"/>
              </a:spcBef>
              <a:defRPr sz="1200" b="0" noProof="1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21891" name="日期占位符 421890">
            <a:extLst>
              <a:ext uri="{FF2B5EF4-FFF2-40B4-BE49-F238E27FC236}">
                <a16:creationId xmlns:a16="http://schemas.microsoft.com/office/drawing/2014/main" id="{55177EB2-20C5-447B-BB96-AE57D6DF2EE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 eaLnBrk="1" hangingPunct="1">
              <a:spcBef>
                <a:spcPct val="50000"/>
              </a:spcBef>
              <a:defRPr sz="1200" b="0" noProof="1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21892" name="页脚占位符 421891">
            <a:extLst>
              <a:ext uri="{FF2B5EF4-FFF2-40B4-BE49-F238E27FC236}">
                <a16:creationId xmlns:a16="http://schemas.microsoft.com/office/drawing/2014/main" id="{32875AEE-C721-4156-B4E2-DE058BFBC65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eaLnBrk="1" hangingPunct="1">
              <a:spcBef>
                <a:spcPct val="50000"/>
              </a:spcBef>
              <a:defRPr sz="1200" b="0" noProof="1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21893" name="灯片编号占位符 421892">
            <a:extLst>
              <a:ext uri="{FF2B5EF4-FFF2-40B4-BE49-F238E27FC236}">
                <a16:creationId xmlns:a16="http://schemas.microsoft.com/office/drawing/2014/main" id="{ABD86ABB-1323-48C4-988C-403251AA749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algn="r" eaLnBrk="1" hangingPunct="1">
              <a:spcBef>
                <a:spcPct val="50000"/>
              </a:spcBef>
              <a:defRPr sz="1200" b="0" noProof="1" dirty="0"/>
            </a:lvl1pPr>
          </a:lstStyle>
          <a:p>
            <a:pPr>
              <a:defRPr/>
            </a:pPr>
            <a:fld id="{E233C85B-CD84-4245-A0BB-285BA121F0A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页眉占位符 30721">
            <a:extLst>
              <a:ext uri="{FF2B5EF4-FFF2-40B4-BE49-F238E27FC236}">
                <a16:creationId xmlns:a16="http://schemas.microsoft.com/office/drawing/2014/main" id="{82F9C5CC-A44D-4BE4-A634-6EFF1FA5887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eaLnBrk="1" hangingPunct="1">
              <a:spcBef>
                <a:spcPct val="50000"/>
              </a:spcBef>
              <a:defRPr sz="1200" b="0" noProof="1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0723" name="日期占位符 30722">
            <a:extLst>
              <a:ext uri="{FF2B5EF4-FFF2-40B4-BE49-F238E27FC236}">
                <a16:creationId xmlns:a16="http://schemas.microsoft.com/office/drawing/2014/main" id="{2D01766D-B147-4779-92F1-2C8AD5C23DD8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 eaLnBrk="1" hangingPunct="1">
              <a:spcBef>
                <a:spcPct val="50000"/>
              </a:spcBef>
              <a:defRPr sz="1200" b="0" noProof="1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4820" name="幻灯片图像占位符 30723">
            <a:extLst>
              <a:ext uri="{FF2B5EF4-FFF2-40B4-BE49-F238E27FC236}">
                <a16:creationId xmlns:a16="http://schemas.microsoft.com/office/drawing/2014/main" id="{8574865B-15EC-4227-B684-B07335045B10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5" name="文本占位符 30724">
            <a:extLst>
              <a:ext uri="{FF2B5EF4-FFF2-40B4-BE49-F238E27FC236}">
                <a16:creationId xmlns:a16="http://schemas.microsoft.com/office/drawing/2014/main" id="{813AABD6-CFE4-4550-81BB-2F9EA69D056A}"/>
              </a:ext>
            </a:extLst>
          </p:cNvPr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30726" name="页脚占位符 30725">
            <a:extLst>
              <a:ext uri="{FF2B5EF4-FFF2-40B4-BE49-F238E27FC236}">
                <a16:creationId xmlns:a16="http://schemas.microsoft.com/office/drawing/2014/main" id="{31E30852-FD8B-4E0B-899E-DC21AD2ADE8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eaLnBrk="1" hangingPunct="1">
              <a:spcBef>
                <a:spcPct val="50000"/>
              </a:spcBef>
              <a:defRPr sz="1200" b="0" noProof="1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0727" name="灯片编号占位符 30726">
            <a:extLst>
              <a:ext uri="{FF2B5EF4-FFF2-40B4-BE49-F238E27FC236}">
                <a16:creationId xmlns:a16="http://schemas.microsoft.com/office/drawing/2014/main" id="{BF296E1B-BBD6-4F01-BC91-08E528A168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algn="r" eaLnBrk="1" hangingPunct="1">
              <a:spcBef>
                <a:spcPct val="50000"/>
              </a:spcBef>
              <a:defRPr sz="1200" b="0" noProof="1" dirty="0"/>
            </a:lvl1pPr>
          </a:lstStyle>
          <a:p>
            <a:pPr>
              <a:defRPr/>
            </a:pPr>
            <a:fld id="{7E74A34C-B268-4476-B5CF-529DE93FFE1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1pPr>
    <a:lvl2pPr marL="457200" lvl="1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2pPr>
    <a:lvl3pPr marL="914400" lvl="2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3pPr>
    <a:lvl4pPr marL="1371600" lvl="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4pPr>
    <a:lvl5pPr marL="1828800" lvl="4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6AC0E0D-69DC-4D79-8081-2B05363BC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C339AA-3C3B-4E0A-A758-DB3B7F7B6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ACD913-867E-4BAF-988F-4E3079550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fld id="{6F95D825-3DE1-462C-A1BA-92293EBAB57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28948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D9B5D3E-836E-4E21-81A5-287112DB3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4C82B5E-72C7-4FC4-899E-D6694ED91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BE988E2-ED4F-4D8B-8CAF-44919D37E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fld id="{C076FBB7-3607-47F3-9BB8-721F10A0A5D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64505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4EBB6A0-4BCA-4392-A405-DF2904721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29E9AE9-8E0A-470D-BB16-2055E3474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6799F70-4FFA-47D4-B827-35D7E1AB8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fld id="{A2B4771E-DA4F-49D1-B250-5334D0F3A75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41245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08476" cy="4114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9724" y="1981200"/>
            <a:ext cx="3808476" cy="4114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C1DD49-96C2-48FE-8604-6147E86E6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B520F64-630F-4E4B-85C5-1E324A3D1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90F104C-9E25-4F35-9F0B-E5F213E55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fld id="{C1462A4C-2D29-4B62-A9B4-7AE162D8911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0279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25AC39E-3062-4D39-AD09-CC2FF866D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3924C69-BBFF-4E74-A613-BFBD9F911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9D7CB1C-C649-41F9-9F74-CB415BD5D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fld id="{B2E6A3D3-DD22-41B4-A8B6-32FBB2AA6F3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0960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A04DAA3-1563-4402-A573-76AB5397E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5B734C7-E436-4EB8-B7EF-FBB088D36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8CA9926-1E28-4989-9844-F73225485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fld id="{B62E9118-3D86-4AAC-B246-CF2340215FF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4290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027">
            <a:extLst>
              <a:ext uri="{FF2B5EF4-FFF2-40B4-BE49-F238E27FC236}">
                <a16:creationId xmlns:a16="http://schemas.microsoft.com/office/drawing/2014/main" id="{1CD207DC-ADBB-418E-AD5E-7338C7B4E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2DF917-C0C5-41B4-AFFC-F186E077F6BE}" type="datetime1">
              <a:rPr lang="zh-CN" altLang="en-US"/>
              <a:pPr>
                <a:defRPr/>
              </a:pPr>
              <a:t>2024.10.23</a:t>
            </a:fld>
            <a:endParaRPr lang="zh-CN" altLang="en-US"/>
          </a:p>
        </p:txBody>
      </p:sp>
      <p:sp>
        <p:nvSpPr>
          <p:cNvPr id="3" name="页脚占位符 1028">
            <a:extLst>
              <a:ext uri="{FF2B5EF4-FFF2-40B4-BE49-F238E27FC236}">
                <a16:creationId xmlns:a16="http://schemas.microsoft.com/office/drawing/2014/main" id="{F9A20293-9146-4736-92D2-02467E6FC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1029">
            <a:extLst>
              <a:ext uri="{FF2B5EF4-FFF2-40B4-BE49-F238E27FC236}">
                <a16:creationId xmlns:a16="http://schemas.microsoft.com/office/drawing/2014/main" id="{22414E63-8209-4C80-BDE8-ADABE97FC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74C46F-62E6-4FDB-A6D0-C33BAE1C26C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2445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F195231-7EA0-490E-B65A-00EA05DC6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FD9BDEF-CBBA-44EF-9028-A2E23EE59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D9DD41-F01D-4DFC-98D8-903111986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fld id="{A9124278-6404-486E-8604-C6F1DCE5758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094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1EE92CA-D787-459E-82DC-5648085D6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00AF737-57B6-4DD0-A43E-1DE349DE6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EA9C1EE-34B7-4ACE-827C-1032429D4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fld id="{CE7E6256-0864-4CB6-82FF-7665B1B5FAB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14507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9E93196-C18D-455E-9A3C-DB57699EE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89FF1D-951D-4307-8C72-689F57AC5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AC2832E-04B2-4D9C-9CF1-BFEF49738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fld id="{B4E2605E-CFFC-4D97-A723-0AF112DABE4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8553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716657" cy="54864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74226A5-99F7-482F-BAD2-9C74AEEAD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0F55B00-7F09-4770-9129-13A41B230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742049F-DD08-441F-9E5B-3B745CEC4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fld id="{264B2BD0-0F5F-4104-A841-2E18CBA0FED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03122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B01C80C-5081-430A-BA6C-6AD60A6FC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1EA2EFE-6D34-45B3-83C9-05FBFB06E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6EA35A-FACD-4589-896E-EE8B7DAC7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fld id="{C244AF9A-AD3F-4974-9D05-B7C1C4F278C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36907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192D1C2-17FA-451C-A009-9635A2281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059189D-E01A-4B2F-BC39-853FF2BDA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4C6C598-9DDB-4834-9BD2-22DAAEF8E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fld id="{F9B1B517-2238-402C-BE0E-C0A0A25B9D7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23918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1AE560-9191-4A95-A749-9BA3AE57A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874121F-FC1B-4D7E-B7C8-80FC9B47E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E3AE015-D6F1-428C-8A4F-068EDF426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fld id="{EB420134-EBD5-40DA-9B51-A954EC6E2EA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41924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08476" cy="4114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9724" y="1981200"/>
            <a:ext cx="3808476" cy="4114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520000E-ADF2-4CE1-8077-DCD7FD228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1317649-E8A5-42A2-A636-496A63BA1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F7D7C07-3140-474A-ABBF-19AC40757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fld id="{3E0FF3F1-AA5C-48B9-B018-3F4F1E9DE1B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34465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24DA486-9F08-4CD3-A9D3-755B857CA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16F8161-2815-4620-A7DD-6CBDA58A1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2D4CDB3-D6BE-49D9-A086-270905B12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fld id="{C28AC000-76A4-4BF4-8AE6-D8AFDF37DE9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89841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0E48DE1-19E2-49C9-AD26-EC3CC9FAB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7893D72-ABE9-4DCF-9B9B-FC87C5072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149F8C1-7220-4BD7-966C-D3091EE8D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fld id="{3A524F5A-B63C-4AC3-A34B-240E3296521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947474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027">
            <a:extLst>
              <a:ext uri="{FF2B5EF4-FFF2-40B4-BE49-F238E27FC236}">
                <a16:creationId xmlns:a16="http://schemas.microsoft.com/office/drawing/2014/main" id="{7709D264-4C6B-45CD-8191-0578D7280F9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6F7873-59F7-4631-A6C7-D3CA86D068F2}" type="datetime1">
              <a:rPr lang="zh-CN" altLang="en-US"/>
              <a:pPr>
                <a:defRPr/>
              </a:pPr>
              <a:t>2024.10.23</a:t>
            </a:fld>
            <a:endParaRPr lang="zh-CN" altLang="en-US"/>
          </a:p>
        </p:txBody>
      </p:sp>
      <p:sp>
        <p:nvSpPr>
          <p:cNvPr id="3" name="页脚占位符 1028">
            <a:extLst>
              <a:ext uri="{FF2B5EF4-FFF2-40B4-BE49-F238E27FC236}">
                <a16:creationId xmlns:a16="http://schemas.microsoft.com/office/drawing/2014/main" id="{30FD8BB5-0888-44FD-B258-88011398E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1029">
            <a:extLst>
              <a:ext uri="{FF2B5EF4-FFF2-40B4-BE49-F238E27FC236}">
                <a16:creationId xmlns:a16="http://schemas.microsoft.com/office/drawing/2014/main" id="{B3A024E0-4055-4EE0-BEFB-F397F556A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509876-62BE-48C1-8E44-2DBEFCE36D6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438029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C041747-257F-46C6-BD9F-675C53A8A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5EEE92E-9108-4F9E-9F12-448E6F9B7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9241975-F275-4922-9BC8-69B795C7D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fld id="{A722A1F4-24EE-4C2D-949B-F88BBD60116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93966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CB989DC-B278-4DD5-8B4E-D6C5FC91C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CF87D71-BBEF-4910-86CB-3A694C701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2901749-0318-499F-8FEF-6C020612A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fld id="{4AF58FE8-2C8B-4ACF-AAD5-B1306DFEBA4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145826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BA8CBD-94FB-44FF-AB6B-BDF5E41FD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2B98E76-698E-4BC2-BC0F-9746A0E5B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7D37D3A-C7E7-48FE-9875-3DC17BB2E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fld id="{F2BE2EEA-612D-473B-9DC7-F355479D750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157750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716657" cy="54864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E09E7F-15F3-468D-8113-7224DAE11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C9DEFED-D714-4725-ABD5-35B56C7DE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4514BF9-E7AC-4757-A56A-0C40A757B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fld id="{894C4E72-DB03-4F2A-92B0-58FB781377A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979106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11D16B-0E5B-4A4D-95D1-D4B07582C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005F523-9D41-4460-9D37-FA473EE3F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390890E-8F99-45E2-B3AB-0F7071143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fld id="{DAD265F2-2952-448D-AACE-6C22F277BB5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975612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649432D-3C52-410A-8807-AAE713051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A954DC-BA44-447E-83FF-47C5872AC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41E78B1-BB0B-4718-B442-EE1894D2D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fld id="{4A4A5AC3-8162-4369-A493-5742DE17981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792011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8073DB5-DFC0-429D-A564-3C2D84E65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3DA1F9D-5E12-45CC-B5AD-ABA372FAE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27B1999-B959-4B4D-B01F-45B4EE93A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fld id="{BBF6CE85-E4A3-41C2-AA20-03FC7F8E06B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694940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08476" cy="4114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9724" y="1981200"/>
            <a:ext cx="3808476" cy="4114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AFAEDEA-DDF7-4C1B-B3F3-9CE481915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5842AA4-7C29-4C19-8BF9-8BF936F27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4E55F40-AF4C-4ECD-9549-497358047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fld id="{D05BEDA1-A74D-4EAD-91BF-6461D8E9B8E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926617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4AD8B4D-401E-4BC9-B157-259D43FD6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5756539-7D44-44DD-B43D-258FB6BC1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E557279-6109-4F44-AAF1-FD8056CCF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fld id="{8DB2CDF4-F4E1-4EA9-8BFE-62593220D4A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366429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56A67F8-59C9-49BE-9859-76B7C3D02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DD2C4CB-7E18-4EB0-87CB-E62FF6B58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802706C-AC98-4EBB-85E2-F29138C9B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fld id="{8F16BDF2-B9B6-4D4F-B59B-3249D64F27C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631371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027">
            <a:extLst>
              <a:ext uri="{FF2B5EF4-FFF2-40B4-BE49-F238E27FC236}">
                <a16:creationId xmlns:a16="http://schemas.microsoft.com/office/drawing/2014/main" id="{310E37E6-EA36-4E03-8FB5-E5F16C7265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DBFB5A-96F1-42AC-8692-74011B6C70E5}" type="datetime1">
              <a:rPr lang="zh-CN" altLang="en-US"/>
              <a:pPr>
                <a:defRPr/>
              </a:pPr>
              <a:t>2024.10.23</a:t>
            </a:fld>
            <a:endParaRPr lang="zh-CN" altLang="en-US"/>
          </a:p>
        </p:txBody>
      </p:sp>
      <p:sp>
        <p:nvSpPr>
          <p:cNvPr id="3" name="页脚占位符 1028">
            <a:extLst>
              <a:ext uri="{FF2B5EF4-FFF2-40B4-BE49-F238E27FC236}">
                <a16:creationId xmlns:a16="http://schemas.microsoft.com/office/drawing/2014/main" id="{DE24D1E5-02DB-44C0-9CB9-113961C55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1029">
            <a:extLst>
              <a:ext uri="{FF2B5EF4-FFF2-40B4-BE49-F238E27FC236}">
                <a16:creationId xmlns:a16="http://schemas.microsoft.com/office/drawing/2014/main" id="{78F83E87-5F5C-451D-8C51-6D28C9446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68FF34-950A-4D1D-A45F-C1D2B937542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72028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2F1E525-C118-46E4-AF15-05D3F3222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E498168-C1DC-4C09-89F8-5BC6107D5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AF8B224-654A-4879-9B64-0BD2FAF52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fld id="{BB601CD7-D4C6-4B29-A988-957ECBC6D51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588763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D51DD94-9E1A-47F6-AB7E-8FA255380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6B8FCF2-092D-46BB-8C71-5F9827E06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6AFA0E3-ABF5-4E88-911C-055065577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fld id="{D5471454-E5A5-4577-85F8-87A2DA9D3B1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97271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FB2D000-365B-42DC-B846-182B4E9B3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423A40E-2C21-4A10-ABD5-2AC8FE292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9E2C5C-F7BE-489F-8AFE-C90DDD310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fld id="{C4BE2264-A744-4F91-954E-248FB9AA28E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042642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716657" cy="54864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878DC84-42BA-4636-A9D4-F380F8F09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23E465D-2062-41A5-9C3B-E826D7787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DFF9BBC-6372-4DCC-AF99-188AE7992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fld id="{A9C8903E-9EC5-4123-A53E-C0429106016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0965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 1025">
            <a:extLst>
              <a:ext uri="{FF2B5EF4-FFF2-40B4-BE49-F238E27FC236}">
                <a16:creationId xmlns:a16="http://schemas.microsoft.com/office/drawing/2014/main" id="{3DC91C26-49A0-4041-B8B3-D4D2F4E51B9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1026">
            <a:extLst>
              <a:ext uri="{FF2B5EF4-FFF2-40B4-BE49-F238E27FC236}">
                <a16:creationId xmlns:a16="http://schemas.microsoft.com/office/drawing/2014/main" id="{3A26A83D-4A65-44A1-9843-A8555589D35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日期占位符 1027">
            <a:extLst>
              <a:ext uri="{FF2B5EF4-FFF2-40B4-BE49-F238E27FC236}">
                <a16:creationId xmlns:a16="http://schemas.microsoft.com/office/drawing/2014/main" id="{AB95DF9F-3EEA-4211-8D8C-D8061541A7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eaLnBrk="1" hangingPunct="1">
              <a:spcBef>
                <a:spcPct val="0"/>
              </a:spcBef>
              <a:defRPr sz="1400" b="0" noProof="1" dirty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B6955D50-1766-47A7-9B00-AC0DA780C52F}" type="datetime1">
              <a:rPr lang="zh-CN" altLang="en-US"/>
              <a:pPr>
                <a:defRPr/>
              </a:pPr>
              <a:t>2024.10.23</a:t>
            </a:fld>
            <a:endParaRPr lang="zh-CN" altLang="en-US"/>
          </a:p>
        </p:txBody>
      </p:sp>
      <p:sp>
        <p:nvSpPr>
          <p:cNvPr id="1029" name="页脚占位符 1028">
            <a:extLst>
              <a:ext uri="{FF2B5EF4-FFF2-40B4-BE49-F238E27FC236}">
                <a16:creationId xmlns:a16="http://schemas.microsoft.com/office/drawing/2014/main" id="{AB3BCABD-0116-4484-8C5D-FB796753C1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 eaLnBrk="1" hangingPunct="1">
              <a:spcBef>
                <a:spcPct val="0"/>
              </a:spcBef>
              <a:defRPr sz="1400" b="0" noProof="1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30" name="灯片编号占位符 1029">
            <a:extLst>
              <a:ext uri="{FF2B5EF4-FFF2-40B4-BE49-F238E27FC236}">
                <a16:creationId xmlns:a16="http://schemas.microsoft.com/office/drawing/2014/main" id="{E432A7F2-F8B9-4D6A-B4DC-5A9FD7E4BE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 eaLnBrk="1" hangingPunct="1">
              <a:spcBef>
                <a:spcPct val="0"/>
              </a:spcBef>
              <a:defRPr sz="1400" b="0" noProof="1" dirty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48C4DAA0-6F41-4AC0-8D58-97F57EC4938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55" r:id="rId6"/>
    <p:sldLayoutId id="2147483747" r:id="rId7"/>
    <p:sldLayoutId id="2147483756" r:id="rId8"/>
    <p:sldLayoutId id="2147483757" r:id="rId9"/>
    <p:sldLayoutId id="2147483758" r:id="rId10"/>
    <p:sldLayoutId id="21474837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rtl="0" eaLnBrk="0" fontAlgn="base" latinLnBrk="0" hangingPunct="0">
        <a:lnSpc>
          <a:spcPct val="100000"/>
        </a:lnSpc>
        <a:spcBef>
          <a:spcPct val="50000"/>
        </a:spcBef>
        <a:spcAft>
          <a:spcPct val="0"/>
        </a:spcAft>
        <a:buNone/>
        <a:defRPr sz="3200" b="1" i="0" u="none" kern="1200" baseline="0">
          <a:solidFill>
            <a:schemeClr val="accent2"/>
          </a:solidFill>
          <a:latin typeface="Times New Roman" panose="02020603050405020304" pitchFamily="18" charset="0"/>
          <a:ea typeface="楷体_GB2312" pitchFamily="49" charset="-122"/>
          <a:cs typeface="+mn-cs"/>
        </a:defRPr>
      </a:lvl2pPr>
      <a:lvl3pPr marL="914400" lvl="2" indent="0" algn="l" defTabSz="914400" rtl="0" eaLnBrk="0" fontAlgn="base" latinLnBrk="0" hangingPunct="0">
        <a:lnSpc>
          <a:spcPct val="100000"/>
        </a:lnSpc>
        <a:spcBef>
          <a:spcPct val="50000"/>
        </a:spcBef>
        <a:spcAft>
          <a:spcPct val="0"/>
        </a:spcAft>
        <a:buNone/>
        <a:defRPr sz="3200" b="1" i="0" u="none" kern="1200" baseline="0">
          <a:solidFill>
            <a:schemeClr val="accent2"/>
          </a:solidFill>
          <a:latin typeface="Times New Roman" panose="02020603050405020304" pitchFamily="18" charset="0"/>
          <a:ea typeface="楷体_GB2312" pitchFamily="49" charset="-122"/>
          <a:cs typeface="+mn-cs"/>
        </a:defRPr>
      </a:lvl3pPr>
      <a:lvl4pPr marL="1371600" lvl="3" indent="0" algn="l" defTabSz="914400" rtl="0" eaLnBrk="0" fontAlgn="base" latinLnBrk="0" hangingPunct="0">
        <a:lnSpc>
          <a:spcPct val="100000"/>
        </a:lnSpc>
        <a:spcBef>
          <a:spcPct val="50000"/>
        </a:spcBef>
        <a:spcAft>
          <a:spcPct val="0"/>
        </a:spcAft>
        <a:buNone/>
        <a:defRPr sz="3200" b="1" i="0" u="none" kern="1200" baseline="0">
          <a:solidFill>
            <a:schemeClr val="accent2"/>
          </a:solidFill>
          <a:latin typeface="Times New Roman" panose="02020603050405020304" pitchFamily="18" charset="0"/>
          <a:ea typeface="楷体_GB2312" pitchFamily="49" charset="-122"/>
          <a:cs typeface="+mn-cs"/>
        </a:defRPr>
      </a:lvl4pPr>
      <a:lvl5pPr marL="1828800" lvl="4" indent="0" algn="l" defTabSz="914400" rtl="0" eaLnBrk="0" fontAlgn="base" latinLnBrk="0" hangingPunct="0">
        <a:lnSpc>
          <a:spcPct val="100000"/>
        </a:lnSpc>
        <a:spcBef>
          <a:spcPct val="50000"/>
        </a:spcBef>
        <a:spcAft>
          <a:spcPct val="0"/>
        </a:spcAft>
        <a:buNone/>
        <a:defRPr sz="3200" b="1" i="0" u="none" kern="1200" baseline="0">
          <a:solidFill>
            <a:schemeClr val="accent2"/>
          </a:solidFill>
          <a:latin typeface="Times New Roman" panose="02020603050405020304" pitchFamily="18" charset="0"/>
          <a:ea typeface="楷体_GB2312" pitchFamily="49" charset="-122"/>
          <a:cs typeface="+mn-cs"/>
        </a:defRPr>
      </a:lvl5pPr>
      <a:lvl6pPr marL="2286000" lvl="5" indent="0" algn="l" defTabSz="914400" rtl="0" eaLnBrk="0" fontAlgn="base" latinLnBrk="0" hangingPunct="0">
        <a:lnSpc>
          <a:spcPct val="100000"/>
        </a:lnSpc>
        <a:spcBef>
          <a:spcPct val="50000"/>
        </a:spcBef>
        <a:spcAft>
          <a:spcPct val="0"/>
        </a:spcAft>
        <a:buNone/>
        <a:defRPr sz="3200" b="1" i="0" u="none" kern="1200" baseline="0">
          <a:solidFill>
            <a:schemeClr val="accent2"/>
          </a:solidFill>
          <a:latin typeface="Times New Roman" panose="02020603050405020304" pitchFamily="18" charset="0"/>
          <a:ea typeface="楷体_GB2312" pitchFamily="49" charset="-122"/>
          <a:cs typeface="+mn-cs"/>
        </a:defRPr>
      </a:lvl6pPr>
      <a:lvl7pPr marL="2743200" lvl="6" indent="0" algn="l" defTabSz="914400" rtl="0" eaLnBrk="0" fontAlgn="base" latinLnBrk="0" hangingPunct="0">
        <a:lnSpc>
          <a:spcPct val="100000"/>
        </a:lnSpc>
        <a:spcBef>
          <a:spcPct val="50000"/>
        </a:spcBef>
        <a:spcAft>
          <a:spcPct val="0"/>
        </a:spcAft>
        <a:buNone/>
        <a:defRPr sz="3200" b="1" i="0" u="none" kern="1200" baseline="0">
          <a:solidFill>
            <a:schemeClr val="accent2"/>
          </a:solidFill>
          <a:latin typeface="Times New Roman" panose="02020603050405020304" pitchFamily="18" charset="0"/>
          <a:ea typeface="楷体_GB2312" pitchFamily="49" charset="-122"/>
          <a:cs typeface="+mn-cs"/>
        </a:defRPr>
      </a:lvl7pPr>
      <a:lvl8pPr marL="3200400" lvl="7" indent="0" algn="l" defTabSz="914400" rtl="0" eaLnBrk="0" fontAlgn="base" latinLnBrk="0" hangingPunct="0">
        <a:lnSpc>
          <a:spcPct val="100000"/>
        </a:lnSpc>
        <a:spcBef>
          <a:spcPct val="50000"/>
        </a:spcBef>
        <a:spcAft>
          <a:spcPct val="0"/>
        </a:spcAft>
        <a:buNone/>
        <a:defRPr sz="3200" b="1" i="0" u="none" kern="1200" baseline="0">
          <a:solidFill>
            <a:schemeClr val="accent2"/>
          </a:solidFill>
          <a:latin typeface="Times New Roman" panose="02020603050405020304" pitchFamily="18" charset="0"/>
          <a:ea typeface="楷体_GB2312" pitchFamily="49" charset="-122"/>
          <a:cs typeface="+mn-cs"/>
        </a:defRPr>
      </a:lvl8pPr>
      <a:lvl9pPr marL="3657600" lvl="8" indent="0" algn="l" defTabSz="914400" rtl="0" eaLnBrk="0" fontAlgn="base" latinLnBrk="0" hangingPunct="0">
        <a:lnSpc>
          <a:spcPct val="100000"/>
        </a:lnSpc>
        <a:spcBef>
          <a:spcPct val="50000"/>
        </a:spcBef>
        <a:spcAft>
          <a:spcPct val="0"/>
        </a:spcAft>
        <a:buNone/>
        <a:defRPr sz="3200" b="1" i="0" u="none" kern="1200" baseline="0">
          <a:solidFill>
            <a:schemeClr val="accent2"/>
          </a:solidFill>
          <a:latin typeface="Times New Roman" panose="02020603050405020304" pitchFamily="18" charset="0"/>
          <a:ea typeface="楷体_GB2312" pitchFamily="49" charset="-122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 1025">
            <a:extLst>
              <a:ext uri="{FF2B5EF4-FFF2-40B4-BE49-F238E27FC236}">
                <a16:creationId xmlns:a16="http://schemas.microsoft.com/office/drawing/2014/main" id="{41A563F5-C365-4683-8D6A-6B72076F79F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051" name="文本占位符 1026">
            <a:extLst>
              <a:ext uri="{FF2B5EF4-FFF2-40B4-BE49-F238E27FC236}">
                <a16:creationId xmlns:a16="http://schemas.microsoft.com/office/drawing/2014/main" id="{3F436312-1824-4994-BF31-5585F05D508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日期占位符 1027">
            <a:extLst>
              <a:ext uri="{FF2B5EF4-FFF2-40B4-BE49-F238E27FC236}">
                <a16:creationId xmlns:a16="http://schemas.microsoft.com/office/drawing/2014/main" id="{F529D497-0429-4D48-8031-37B4773273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eaLnBrk="1" hangingPunct="1">
              <a:spcBef>
                <a:spcPct val="0"/>
              </a:spcBef>
              <a:defRPr sz="1400" b="0" noProof="1" dirty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433642DC-33C1-4B2A-9288-6F49EC687516}" type="datetime1">
              <a:rPr lang="zh-CN" altLang="en-US"/>
              <a:pPr>
                <a:defRPr/>
              </a:pPr>
              <a:t>2024.10.23</a:t>
            </a:fld>
            <a:endParaRPr lang="zh-CN" altLang="en-US"/>
          </a:p>
        </p:txBody>
      </p:sp>
      <p:sp>
        <p:nvSpPr>
          <p:cNvPr id="1029" name="页脚占位符 1028">
            <a:extLst>
              <a:ext uri="{FF2B5EF4-FFF2-40B4-BE49-F238E27FC236}">
                <a16:creationId xmlns:a16="http://schemas.microsoft.com/office/drawing/2014/main" id="{5C34B07A-1C42-439A-AD86-A8E7B34FD3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 eaLnBrk="1" hangingPunct="1">
              <a:spcBef>
                <a:spcPct val="0"/>
              </a:spcBef>
              <a:defRPr sz="1400" b="0" noProof="1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30" name="灯片编号占位符 1029">
            <a:extLst>
              <a:ext uri="{FF2B5EF4-FFF2-40B4-BE49-F238E27FC236}">
                <a16:creationId xmlns:a16="http://schemas.microsoft.com/office/drawing/2014/main" id="{D4504C4D-5A7D-43D1-88F7-877054C125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 eaLnBrk="1" hangingPunct="1">
              <a:spcBef>
                <a:spcPct val="0"/>
              </a:spcBef>
              <a:defRPr sz="1400" b="0" noProof="1" dirty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7C27AD8A-91DA-4568-B568-37A2EFEFF65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762" r:id="rId3"/>
    <p:sldLayoutId id="2147483763" r:id="rId4"/>
    <p:sldLayoutId id="2147483764" r:id="rId5"/>
    <p:sldLayoutId id="2147483765" r:id="rId6"/>
    <p:sldLayoutId id="2147483748" r:id="rId7"/>
    <p:sldLayoutId id="2147483766" r:id="rId8"/>
    <p:sldLayoutId id="2147483767" r:id="rId9"/>
    <p:sldLayoutId id="2147483768" r:id="rId10"/>
    <p:sldLayoutId id="214748376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rtl="0" eaLnBrk="0" fontAlgn="base" latinLnBrk="0" hangingPunct="0">
        <a:lnSpc>
          <a:spcPct val="100000"/>
        </a:lnSpc>
        <a:spcBef>
          <a:spcPct val="50000"/>
        </a:spcBef>
        <a:spcAft>
          <a:spcPct val="0"/>
        </a:spcAft>
        <a:buNone/>
        <a:defRPr sz="3200" b="1" i="0" u="none" kern="1200" baseline="0">
          <a:solidFill>
            <a:schemeClr val="accent2"/>
          </a:solidFill>
          <a:latin typeface="Times New Roman" panose="02020603050405020304" pitchFamily="18" charset="0"/>
          <a:ea typeface="楷体_GB2312" pitchFamily="49" charset="-122"/>
          <a:cs typeface="+mn-cs"/>
        </a:defRPr>
      </a:lvl2pPr>
      <a:lvl3pPr marL="914400" lvl="2" indent="0" algn="l" defTabSz="914400" rtl="0" eaLnBrk="0" fontAlgn="base" latinLnBrk="0" hangingPunct="0">
        <a:lnSpc>
          <a:spcPct val="100000"/>
        </a:lnSpc>
        <a:spcBef>
          <a:spcPct val="50000"/>
        </a:spcBef>
        <a:spcAft>
          <a:spcPct val="0"/>
        </a:spcAft>
        <a:buNone/>
        <a:defRPr sz="3200" b="1" i="0" u="none" kern="1200" baseline="0">
          <a:solidFill>
            <a:schemeClr val="accent2"/>
          </a:solidFill>
          <a:latin typeface="Times New Roman" panose="02020603050405020304" pitchFamily="18" charset="0"/>
          <a:ea typeface="楷体_GB2312" pitchFamily="49" charset="-122"/>
          <a:cs typeface="+mn-cs"/>
        </a:defRPr>
      </a:lvl3pPr>
      <a:lvl4pPr marL="1371600" lvl="3" indent="0" algn="l" defTabSz="914400" rtl="0" eaLnBrk="0" fontAlgn="base" latinLnBrk="0" hangingPunct="0">
        <a:lnSpc>
          <a:spcPct val="100000"/>
        </a:lnSpc>
        <a:spcBef>
          <a:spcPct val="50000"/>
        </a:spcBef>
        <a:spcAft>
          <a:spcPct val="0"/>
        </a:spcAft>
        <a:buNone/>
        <a:defRPr sz="3200" b="1" i="0" u="none" kern="1200" baseline="0">
          <a:solidFill>
            <a:schemeClr val="accent2"/>
          </a:solidFill>
          <a:latin typeface="Times New Roman" panose="02020603050405020304" pitchFamily="18" charset="0"/>
          <a:ea typeface="楷体_GB2312" pitchFamily="49" charset="-122"/>
          <a:cs typeface="+mn-cs"/>
        </a:defRPr>
      </a:lvl4pPr>
      <a:lvl5pPr marL="1828800" lvl="4" indent="0" algn="l" defTabSz="914400" rtl="0" eaLnBrk="0" fontAlgn="base" latinLnBrk="0" hangingPunct="0">
        <a:lnSpc>
          <a:spcPct val="100000"/>
        </a:lnSpc>
        <a:spcBef>
          <a:spcPct val="50000"/>
        </a:spcBef>
        <a:spcAft>
          <a:spcPct val="0"/>
        </a:spcAft>
        <a:buNone/>
        <a:defRPr sz="3200" b="1" i="0" u="none" kern="1200" baseline="0">
          <a:solidFill>
            <a:schemeClr val="accent2"/>
          </a:solidFill>
          <a:latin typeface="Times New Roman" panose="02020603050405020304" pitchFamily="18" charset="0"/>
          <a:ea typeface="楷体_GB2312" pitchFamily="49" charset="-122"/>
          <a:cs typeface="+mn-cs"/>
        </a:defRPr>
      </a:lvl5pPr>
      <a:lvl6pPr marL="2286000" lvl="5" indent="0" algn="l" defTabSz="914400" rtl="0" eaLnBrk="0" fontAlgn="base" latinLnBrk="0" hangingPunct="0">
        <a:lnSpc>
          <a:spcPct val="100000"/>
        </a:lnSpc>
        <a:spcBef>
          <a:spcPct val="50000"/>
        </a:spcBef>
        <a:spcAft>
          <a:spcPct val="0"/>
        </a:spcAft>
        <a:buNone/>
        <a:defRPr sz="3200" b="1" i="0" u="none" kern="1200" baseline="0">
          <a:solidFill>
            <a:schemeClr val="accent2"/>
          </a:solidFill>
          <a:latin typeface="Times New Roman" panose="02020603050405020304" pitchFamily="18" charset="0"/>
          <a:ea typeface="楷体_GB2312" pitchFamily="49" charset="-122"/>
          <a:cs typeface="+mn-cs"/>
        </a:defRPr>
      </a:lvl6pPr>
      <a:lvl7pPr marL="2743200" lvl="6" indent="0" algn="l" defTabSz="914400" rtl="0" eaLnBrk="0" fontAlgn="base" latinLnBrk="0" hangingPunct="0">
        <a:lnSpc>
          <a:spcPct val="100000"/>
        </a:lnSpc>
        <a:spcBef>
          <a:spcPct val="50000"/>
        </a:spcBef>
        <a:spcAft>
          <a:spcPct val="0"/>
        </a:spcAft>
        <a:buNone/>
        <a:defRPr sz="3200" b="1" i="0" u="none" kern="1200" baseline="0">
          <a:solidFill>
            <a:schemeClr val="accent2"/>
          </a:solidFill>
          <a:latin typeface="Times New Roman" panose="02020603050405020304" pitchFamily="18" charset="0"/>
          <a:ea typeface="楷体_GB2312" pitchFamily="49" charset="-122"/>
          <a:cs typeface="+mn-cs"/>
        </a:defRPr>
      </a:lvl7pPr>
      <a:lvl8pPr marL="3200400" lvl="7" indent="0" algn="l" defTabSz="914400" rtl="0" eaLnBrk="0" fontAlgn="base" latinLnBrk="0" hangingPunct="0">
        <a:lnSpc>
          <a:spcPct val="100000"/>
        </a:lnSpc>
        <a:spcBef>
          <a:spcPct val="50000"/>
        </a:spcBef>
        <a:spcAft>
          <a:spcPct val="0"/>
        </a:spcAft>
        <a:buNone/>
        <a:defRPr sz="3200" b="1" i="0" u="none" kern="1200" baseline="0">
          <a:solidFill>
            <a:schemeClr val="accent2"/>
          </a:solidFill>
          <a:latin typeface="Times New Roman" panose="02020603050405020304" pitchFamily="18" charset="0"/>
          <a:ea typeface="楷体_GB2312" pitchFamily="49" charset="-122"/>
          <a:cs typeface="+mn-cs"/>
        </a:defRPr>
      </a:lvl8pPr>
      <a:lvl9pPr marL="3657600" lvl="8" indent="0" algn="l" defTabSz="914400" rtl="0" eaLnBrk="0" fontAlgn="base" latinLnBrk="0" hangingPunct="0">
        <a:lnSpc>
          <a:spcPct val="100000"/>
        </a:lnSpc>
        <a:spcBef>
          <a:spcPct val="50000"/>
        </a:spcBef>
        <a:spcAft>
          <a:spcPct val="0"/>
        </a:spcAft>
        <a:buNone/>
        <a:defRPr sz="3200" b="1" i="0" u="none" kern="1200" baseline="0">
          <a:solidFill>
            <a:schemeClr val="accent2"/>
          </a:solidFill>
          <a:latin typeface="Times New Roman" panose="02020603050405020304" pitchFamily="18" charset="0"/>
          <a:ea typeface="楷体_GB2312" pitchFamily="49" charset="-122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标题 1025">
            <a:extLst>
              <a:ext uri="{FF2B5EF4-FFF2-40B4-BE49-F238E27FC236}">
                <a16:creationId xmlns:a16="http://schemas.microsoft.com/office/drawing/2014/main" id="{D5DF062D-8759-4FD2-AC27-CCABA7C696F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075" name="文本占位符 1026">
            <a:extLst>
              <a:ext uri="{FF2B5EF4-FFF2-40B4-BE49-F238E27FC236}">
                <a16:creationId xmlns:a16="http://schemas.microsoft.com/office/drawing/2014/main" id="{0C7370B1-3323-4C81-ACC8-9DB149B56D8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日期占位符 1027">
            <a:extLst>
              <a:ext uri="{FF2B5EF4-FFF2-40B4-BE49-F238E27FC236}">
                <a16:creationId xmlns:a16="http://schemas.microsoft.com/office/drawing/2014/main" id="{83EF07D9-BB53-4FCB-BB28-DCC253B673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eaLnBrk="1" hangingPunct="1">
              <a:spcBef>
                <a:spcPct val="0"/>
              </a:spcBef>
              <a:defRPr sz="1400" b="0" noProof="1" dirty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DCF69B17-E4DA-4CBC-B4C2-FA30E4ADBB2C}" type="datetime1">
              <a:rPr lang="zh-CN" altLang="en-US"/>
              <a:pPr>
                <a:defRPr/>
              </a:pPr>
              <a:t>2024.10.23</a:t>
            </a:fld>
            <a:endParaRPr lang="zh-CN" altLang="en-US"/>
          </a:p>
        </p:txBody>
      </p:sp>
      <p:sp>
        <p:nvSpPr>
          <p:cNvPr id="1029" name="页脚占位符 1028">
            <a:extLst>
              <a:ext uri="{FF2B5EF4-FFF2-40B4-BE49-F238E27FC236}">
                <a16:creationId xmlns:a16="http://schemas.microsoft.com/office/drawing/2014/main" id="{CAF70263-7B40-4121-9F7C-668DFEE13D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 eaLnBrk="1" hangingPunct="1">
              <a:spcBef>
                <a:spcPct val="0"/>
              </a:spcBef>
              <a:defRPr sz="1400" b="0" noProof="1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30" name="灯片编号占位符 1029">
            <a:extLst>
              <a:ext uri="{FF2B5EF4-FFF2-40B4-BE49-F238E27FC236}">
                <a16:creationId xmlns:a16="http://schemas.microsoft.com/office/drawing/2014/main" id="{FD007FAD-7D13-47FD-AA82-4D3746CCAD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 eaLnBrk="1" hangingPunct="1">
              <a:spcBef>
                <a:spcPct val="0"/>
              </a:spcBef>
              <a:defRPr sz="1400" b="0" noProof="1" dirty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1A522091-B0DF-4A83-9CD4-7A43E235378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71" r:id="rId2"/>
    <p:sldLayoutId id="2147483772" r:id="rId3"/>
    <p:sldLayoutId id="2147483773" r:id="rId4"/>
    <p:sldLayoutId id="2147483774" r:id="rId5"/>
    <p:sldLayoutId id="2147483775" r:id="rId6"/>
    <p:sldLayoutId id="2147483749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rtl="0" eaLnBrk="0" fontAlgn="base" latinLnBrk="0" hangingPunct="0">
        <a:lnSpc>
          <a:spcPct val="100000"/>
        </a:lnSpc>
        <a:spcBef>
          <a:spcPct val="50000"/>
        </a:spcBef>
        <a:spcAft>
          <a:spcPct val="0"/>
        </a:spcAft>
        <a:buNone/>
        <a:defRPr sz="3200" b="1" i="0" u="none" kern="1200" baseline="0">
          <a:solidFill>
            <a:schemeClr val="accent2"/>
          </a:solidFill>
          <a:latin typeface="Times New Roman" panose="02020603050405020304" pitchFamily="18" charset="0"/>
          <a:ea typeface="楷体_GB2312" pitchFamily="49" charset="-122"/>
          <a:cs typeface="+mn-cs"/>
        </a:defRPr>
      </a:lvl2pPr>
      <a:lvl3pPr marL="914400" lvl="2" indent="0" algn="l" defTabSz="914400" rtl="0" eaLnBrk="0" fontAlgn="base" latinLnBrk="0" hangingPunct="0">
        <a:lnSpc>
          <a:spcPct val="100000"/>
        </a:lnSpc>
        <a:spcBef>
          <a:spcPct val="50000"/>
        </a:spcBef>
        <a:spcAft>
          <a:spcPct val="0"/>
        </a:spcAft>
        <a:buNone/>
        <a:defRPr sz="3200" b="1" i="0" u="none" kern="1200" baseline="0">
          <a:solidFill>
            <a:schemeClr val="accent2"/>
          </a:solidFill>
          <a:latin typeface="Times New Roman" panose="02020603050405020304" pitchFamily="18" charset="0"/>
          <a:ea typeface="楷体_GB2312" pitchFamily="49" charset="-122"/>
          <a:cs typeface="+mn-cs"/>
        </a:defRPr>
      </a:lvl3pPr>
      <a:lvl4pPr marL="1371600" lvl="3" indent="0" algn="l" defTabSz="914400" rtl="0" eaLnBrk="0" fontAlgn="base" latinLnBrk="0" hangingPunct="0">
        <a:lnSpc>
          <a:spcPct val="100000"/>
        </a:lnSpc>
        <a:spcBef>
          <a:spcPct val="50000"/>
        </a:spcBef>
        <a:spcAft>
          <a:spcPct val="0"/>
        </a:spcAft>
        <a:buNone/>
        <a:defRPr sz="3200" b="1" i="0" u="none" kern="1200" baseline="0">
          <a:solidFill>
            <a:schemeClr val="accent2"/>
          </a:solidFill>
          <a:latin typeface="Times New Roman" panose="02020603050405020304" pitchFamily="18" charset="0"/>
          <a:ea typeface="楷体_GB2312" pitchFamily="49" charset="-122"/>
          <a:cs typeface="+mn-cs"/>
        </a:defRPr>
      </a:lvl4pPr>
      <a:lvl5pPr marL="1828800" lvl="4" indent="0" algn="l" defTabSz="914400" rtl="0" eaLnBrk="0" fontAlgn="base" latinLnBrk="0" hangingPunct="0">
        <a:lnSpc>
          <a:spcPct val="100000"/>
        </a:lnSpc>
        <a:spcBef>
          <a:spcPct val="50000"/>
        </a:spcBef>
        <a:spcAft>
          <a:spcPct val="0"/>
        </a:spcAft>
        <a:buNone/>
        <a:defRPr sz="3200" b="1" i="0" u="none" kern="1200" baseline="0">
          <a:solidFill>
            <a:schemeClr val="accent2"/>
          </a:solidFill>
          <a:latin typeface="Times New Roman" panose="02020603050405020304" pitchFamily="18" charset="0"/>
          <a:ea typeface="楷体_GB2312" pitchFamily="49" charset="-122"/>
          <a:cs typeface="+mn-cs"/>
        </a:defRPr>
      </a:lvl5pPr>
      <a:lvl6pPr marL="2286000" lvl="5" indent="0" algn="l" defTabSz="914400" rtl="0" eaLnBrk="0" fontAlgn="base" latinLnBrk="0" hangingPunct="0">
        <a:lnSpc>
          <a:spcPct val="100000"/>
        </a:lnSpc>
        <a:spcBef>
          <a:spcPct val="50000"/>
        </a:spcBef>
        <a:spcAft>
          <a:spcPct val="0"/>
        </a:spcAft>
        <a:buNone/>
        <a:defRPr sz="3200" b="1" i="0" u="none" kern="1200" baseline="0">
          <a:solidFill>
            <a:schemeClr val="accent2"/>
          </a:solidFill>
          <a:latin typeface="Times New Roman" panose="02020603050405020304" pitchFamily="18" charset="0"/>
          <a:ea typeface="楷体_GB2312" pitchFamily="49" charset="-122"/>
          <a:cs typeface="+mn-cs"/>
        </a:defRPr>
      </a:lvl6pPr>
      <a:lvl7pPr marL="2743200" lvl="6" indent="0" algn="l" defTabSz="914400" rtl="0" eaLnBrk="0" fontAlgn="base" latinLnBrk="0" hangingPunct="0">
        <a:lnSpc>
          <a:spcPct val="100000"/>
        </a:lnSpc>
        <a:spcBef>
          <a:spcPct val="50000"/>
        </a:spcBef>
        <a:spcAft>
          <a:spcPct val="0"/>
        </a:spcAft>
        <a:buNone/>
        <a:defRPr sz="3200" b="1" i="0" u="none" kern="1200" baseline="0">
          <a:solidFill>
            <a:schemeClr val="accent2"/>
          </a:solidFill>
          <a:latin typeface="Times New Roman" panose="02020603050405020304" pitchFamily="18" charset="0"/>
          <a:ea typeface="楷体_GB2312" pitchFamily="49" charset="-122"/>
          <a:cs typeface="+mn-cs"/>
        </a:defRPr>
      </a:lvl7pPr>
      <a:lvl8pPr marL="3200400" lvl="7" indent="0" algn="l" defTabSz="914400" rtl="0" eaLnBrk="0" fontAlgn="base" latinLnBrk="0" hangingPunct="0">
        <a:lnSpc>
          <a:spcPct val="100000"/>
        </a:lnSpc>
        <a:spcBef>
          <a:spcPct val="50000"/>
        </a:spcBef>
        <a:spcAft>
          <a:spcPct val="0"/>
        </a:spcAft>
        <a:buNone/>
        <a:defRPr sz="3200" b="1" i="0" u="none" kern="1200" baseline="0">
          <a:solidFill>
            <a:schemeClr val="accent2"/>
          </a:solidFill>
          <a:latin typeface="Times New Roman" panose="02020603050405020304" pitchFamily="18" charset="0"/>
          <a:ea typeface="楷体_GB2312" pitchFamily="49" charset="-122"/>
          <a:cs typeface="+mn-cs"/>
        </a:defRPr>
      </a:lvl8pPr>
      <a:lvl9pPr marL="3657600" lvl="8" indent="0" algn="l" defTabSz="914400" rtl="0" eaLnBrk="0" fontAlgn="base" latinLnBrk="0" hangingPunct="0">
        <a:lnSpc>
          <a:spcPct val="100000"/>
        </a:lnSpc>
        <a:spcBef>
          <a:spcPct val="50000"/>
        </a:spcBef>
        <a:spcAft>
          <a:spcPct val="0"/>
        </a:spcAft>
        <a:buNone/>
        <a:defRPr sz="3200" b="1" i="0" u="none" kern="1200" baseline="0">
          <a:solidFill>
            <a:schemeClr val="accent2"/>
          </a:solidFill>
          <a:latin typeface="Times New Roman" panose="02020603050405020304" pitchFamily="18" charset="0"/>
          <a:ea typeface="楷体_GB2312" pitchFamily="49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emf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9.wmf"/><Relationship Id="rId3" Type="http://schemas.openxmlformats.org/officeDocument/2006/relationships/oleObject" Target="../embeddings/oleObject2.bin"/><Relationship Id="rId21" Type="http://schemas.openxmlformats.org/officeDocument/2006/relationships/oleObject" Target="../embeddings/oleObject10.bin"/><Relationship Id="rId7" Type="http://schemas.openxmlformats.org/officeDocument/2006/relationships/oleObject" Target="../embeddings/oleObject4.bin"/><Relationship Id="rId12" Type="http://schemas.openxmlformats.org/officeDocument/2006/relationships/image" Target="../media/image14.png"/><Relationship Id="rId17" Type="http://schemas.openxmlformats.org/officeDocument/2006/relationships/oleObject" Target="../embeddings/oleObject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8.wmf"/><Relationship Id="rId20" Type="http://schemas.openxmlformats.org/officeDocument/2006/relationships/image" Target="../media/image10.w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4.emf"/><Relationship Id="rId11" Type="http://schemas.openxmlformats.org/officeDocument/2006/relationships/image" Target="../media/image13.png"/><Relationship Id="rId24" Type="http://schemas.openxmlformats.org/officeDocument/2006/relationships/image" Target="../media/image12.wmf"/><Relationship Id="rId5" Type="http://schemas.openxmlformats.org/officeDocument/2006/relationships/oleObject" Target="../embeddings/oleObject3.bin"/><Relationship Id="rId15" Type="http://schemas.openxmlformats.org/officeDocument/2006/relationships/oleObject" Target="../embeddings/oleObject7.bin"/><Relationship Id="rId23" Type="http://schemas.openxmlformats.org/officeDocument/2006/relationships/oleObject" Target="../embeddings/oleObject11.bin"/><Relationship Id="rId10" Type="http://schemas.openxmlformats.org/officeDocument/2006/relationships/image" Target="../media/image6.emf"/><Relationship Id="rId19" Type="http://schemas.openxmlformats.org/officeDocument/2006/relationships/oleObject" Target="../embeddings/oleObject9.bin"/><Relationship Id="rId4" Type="http://schemas.openxmlformats.org/officeDocument/2006/relationships/image" Target="../media/image3.emf"/><Relationship Id="rId9" Type="http://schemas.openxmlformats.org/officeDocument/2006/relationships/oleObject" Target="../embeddings/oleObject5.bin"/><Relationship Id="rId14" Type="http://schemas.openxmlformats.org/officeDocument/2006/relationships/image" Target="../media/image7.wmf"/><Relationship Id="rId22" Type="http://schemas.openxmlformats.org/officeDocument/2006/relationships/image" Target="../media/image11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13" Type="http://schemas.openxmlformats.org/officeDocument/2006/relationships/oleObject" Target="../embeddings/oleObject17.bin"/><Relationship Id="rId18" Type="http://schemas.openxmlformats.org/officeDocument/2006/relationships/image" Target="../media/image22.wmf"/><Relationship Id="rId3" Type="http://schemas.openxmlformats.org/officeDocument/2006/relationships/oleObject" Target="../embeddings/oleObject12.bin"/><Relationship Id="rId7" Type="http://schemas.openxmlformats.org/officeDocument/2006/relationships/oleObject" Target="../embeddings/oleObject14.bin"/><Relationship Id="rId12" Type="http://schemas.openxmlformats.org/officeDocument/2006/relationships/image" Target="../media/image19.wmf"/><Relationship Id="rId17" Type="http://schemas.openxmlformats.org/officeDocument/2006/relationships/oleObject" Target="../embeddings/oleObject1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1.wmf"/><Relationship Id="rId20" Type="http://schemas.openxmlformats.org/officeDocument/2006/relationships/image" Target="../media/image23.wmf"/><Relationship Id="rId1" Type="http://schemas.openxmlformats.org/officeDocument/2006/relationships/vmlDrawing" Target="../drawings/vmlDrawing3.vml"/><Relationship Id="rId6" Type="http://schemas.openxmlformats.org/officeDocument/2006/relationships/image" Target="../media/image16.wmf"/><Relationship Id="rId11" Type="http://schemas.openxmlformats.org/officeDocument/2006/relationships/oleObject" Target="../embeddings/oleObject16.bin"/><Relationship Id="rId5" Type="http://schemas.openxmlformats.org/officeDocument/2006/relationships/oleObject" Target="../embeddings/oleObject13.bin"/><Relationship Id="rId15" Type="http://schemas.openxmlformats.org/officeDocument/2006/relationships/oleObject" Target="../embeddings/oleObject18.bin"/><Relationship Id="rId10" Type="http://schemas.openxmlformats.org/officeDocument/2006/relationships/image" Target="../media/image18.wmf"/><Relationship Id="rId19" Type="http://schemas.openxmlformats.org/officeDocument/2006/relationships/oleObject" Target="../embeddings/oleObject20.bin"/><Relationship Id="rId4" Type="http://schemas.openxmlformats.org/officeDocument/2006/relationships/image" Target="../media/image15.wmf"/><Relationship Id="rId9" Type="http://schemas.openxmlformats.org/officeDocument/2006/relationships/oleObject" Target="../embeddings/oleObject15.bin"/><Relationship Id="rId14" Type="http://schemas.openxmlformats.org/officeDocument/2006/relationships/image" Target="../media/image20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13" Type="http://schemas.openxmlformats.org/officeDocument/2006/relationships/oleObject" Target="../embeddings/oleObject26.bin"/><Relationship Id="rId18" Type="http://schemas.openxmlformats.org/officeDocument/2006/relationships/image" Target="../media/image30.wmf"/><Relationship Id="rId3" Type="http://schemas.openxmlformats.org/officeDocument/2006/relationships/oleObject" Target="../embeddings/oleObject21.bin"/><Relationship Id="rId7" Type="http://schemas.openxmlformats.org/officeDocument/2006/relationships/oleObject" Target="../embeddings/oleObject23.bin"/><Relationship Id="rId12" Type="http://schemas.openxmlformats.org/officeDocument/2006/relationships/image" Target="../media/image27.wmf"/><Relationship Id="rId17" Type="http://schemas.openxmlformats.org/officeDocument/2006/relationships/oleObject" Target="../embeddings/oleObject28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29.wmf"/><Relationship Id="rId20" Type="http://schemas.openxmlformats.org/officeDocument/2006/relationships/image" Target="../media/image31.wmf"/><Relationship Id="rId1" Type="http://schemas.openxmlformats.org/officeDocument/2006/relationships/vmlDrawing" Target="../drawings/vmlDrawing4.vml"/><Relationship Id="rId6" Type="http://schemas.openxmlformats.org/officeDocument/2006/relationships/image" Target="../media/image24.wmf"/><Relationship Id="rId11" Type="http://schemas.openxmlformats.org/officeDocument/2006/relationships/oleObject" Target="../embeddings/oleObject25.bin"/><Relationship Id="rId5" Type="http://schemas.openxmlformats.org/officeDocument/2006/relationships/oleObject" Target="../embeddings/oleObject22.bin"/><Relationship Id="rId15" Type="http://schemas.openxmlformats.org/officeDocument/2006/relationships/oleObject" Target="../embeddings/oleObject27.bin"/><Relationship Id="rId10" Type="http://schemas.openxmlformats.org/officeDocument/2006/relationships/image" Target="../media/image26.wmf"/><Relationship Id="rId19" Type="http://schemas.openxmlformats.org/officeDocument/2006/relationships/oleObject" Target="../embeddings/oleObject29.bin"/><Relationship Id="rId4" Type="http://schemas.openxmlformats.org/officeDocument/2006/relationships/image" Target="../media/image15.wmf"/><Relationship Id="rId9" Type="http://schemas.openxmlformats.org/officeDocument/2006/relationships/oleObject" Target="../embeddings/oleObject24.bin"/><Relationship Id="rId14" Type="http://schemas.openxmlformats.org/officeDocument/2006/relationships/image" Target="../media/image28.w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灯片编号占位符 1">
            <a:extLst>
              <a:ext uri="{FF2B5EF4-FFF2-40B4-BE49-F238E27FC236}">
                <a16:creationId xmlns:a16="http://schemas.microsoft.com/office/drawing/2014/main" id="{606A07D0-8634-4CE0-9887-82A53B16E23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50000"/>
              </a:spcBef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spcBef>
                <a:spcPct val="50000"/>
              </a:spcBef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spcBef>
                <a:spcPct val="50000"/>
              </a:spcBef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spcBef>
                <a:spcPct val="50000"/>
              </a:spcBef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spcBef>
                <a:spcPct val="50000"/>
              </a:spcBef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>
              <a:spcBef>
                <a:spcPct val="0"/>
              </a:spcBef>
            </a:pPr>
            <a:fld id="{A4F44327-D65C-4A25-AA75-D6F42727AD46}" type="slidenum">
              <a:rPr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</a:pPr>
              <a:t>1</a:t>
            </a:fld>
            <a:endParaRPr lang="zh-CN" altLang="en-US" sz="1400" b="0">
              <a:ea typeface="宋体" panose="02010600030101010101" pitchFamily="2" charset="-122"/>
            </a:endParaRPr>
          </a:p>
        </p:txBody>
      </p:sp>
      <p:sp>
        <p:nvSpPr>
          <p:cNvPr id="804866" name="文本框 804865">
            <a:extLst>
              <a:ext uri="{FF2B5EF4-FFF2-40B4-BE49-F238E27FC236}">
                <a16:creationId xmlns:a16="http://schemas.microsoft.com/office/drawing/2014/main" id="{69E93F2E-53CD-42F3-A5ED-A1A691CCFD14}"/>
              </a:ext>
            </a:extLst>
          </p:cNvPr>
          <p:cNvSpPr txBox="1"/>
          <p:nvPr/>
        </p:nvSpPr>
        <p:spPr>
          <a:xfrm>
            <a:off x="2484438" y="968375"/>
            <a:ext cx="3529012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3600" noProof="1">
                <a:effectLst>
                  <a:outerShdw blurRad="38100" dist="38100" dir="2700000">
                    <a:srgbClr val="C0C0C0"/>
                  </a:outerShdw>
                </a:effectLst>
                <a:latin typeface="楷体_GB2312" pitchFamily="49" charset="-122"/>
              </a:rPr>
              <a:t>绪         论</a:t>
            </a:r>
          </a:p>
        </p:txBody>
      </p:sp>
      <p:sp>
        <p:nvSpPr>
          <p:cNvPr id="804867" name="文本框 804866">
            <a:extLst>
              <a:ext uri="{FF2B5EF4-FFF2-40B4-BE49-F238E27FC236}">
                <a16:creationId xmlns:a16="http://schemas.microsoft.com/office/drawing/2014/main" id="{C3B51DEE-1734-4352-AC81-7CB6C611871D}"/>
              </a:ext>
            </a:extLst>
          </p:cNvPr>
          <p:cNvSpPr txBox="1"/>
          <p:nvPr/>
        </p:nvSpPr>
        <p:spPr>
          <a:xfrm>
            <a:off x="457200" y="1801813"/>
            <a:ext cx="8435975" cy="14430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85000"/>
              </a:lnSpc>
              <a:spcBef>
                <a:spcPct val="50000"/>
              </a:spcBef>
              <a:defRPr/>
            </a:pPr>
            <a:r>
              <a:rPr lang="zh-CN" altLang="en-US" sz="28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一、热学的研究对象及其特点</a:t>
            </a:r>
          </a:p>
          <a:p>
            <a:pPr eaLnBrk="1" hangingPunct="1">
              <a:lnSpc>
                <a:spcPct val="85000"/>
              </a:lnSpc>
              <a:spcBef>
                <a:spcPct val="50000"/>
              </a:spcBef>
              <a:defRPr/>
            </a:pPr>
            <a:r>
              <a:rPr lang="zh-CN" altLang="en-US" sz="2400" noProof="1"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     热现象</a:t>
            </a:r>
            <a:r>
              <a:rPr lang="en-US" altLang="zh-CN" sz="2400" noProof="1"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r>
              <a:rPr lang="en-US" altLang="zh-CN" sz="24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一切与温度有关的现象</a:t>
            </a:r>
            <a:r>
              <a:rPr lang="en-US" altLang="zh-CN" sz="24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24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宏观</a:t>
            </a:r>
            <a:r>
              <a:rPr lang="en-US" altLang="zh-CN" sz="24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</a:p>
          <a:p>
            <a:pPr eaLnBrk="1" hangingPunct="1">
              <a:lnSpc>
                <a:spcPct val="85000"/>
              </a:lnSpc>
              <a:spcBef>
                <a:spcPct val="50000"/>
              </a:spcBef>
              <a:defRPr/>
            </a:pPr>
            <a:r>
              <a:rPr lang="en-US" altLang="zh-CN" sz="24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             </a:t>
            </a:r>
            <a:r>
              <a:rPr lang="zh-CN" altLang="en-US" sz="24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与大量微观粒子无规运动相联系</a:t>
            </a:r>
            <a:r>
              <a:rPr lang="en-US" altLang="zh-CN" sz="24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24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微观</a:t>
            </a:r>
            <a:r>
              <a:rPr lang="en-US" altLang="zh-CN" sz="24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</a:p>
        </p:txBody>
      </p:sp>
      <p:sp>
        <p:nvSpPr>
          <p:cNvPr id="804868" name="文本框 804867">
            <a:extLst>
              <a:ext uri="{FF2B5EF4-FFF2-40B4-BE49-F238E27FC236}">
                <a16:creationId xmlns:a16="http://schemas.microsoft.com/office/drawing/2014/main" id="{FCB42B1A-BE0A-44B7-9679-67F45AE70F6C}"/>
              </a:ext>
            </a:extLst>
          </p:cNvPr>
          <p:cNvSpPr txBox="1"/>
          <p:nvPr/>
        </p:nvSpPr>
        <p:spPr>
          <a:xfrm>
            <a:off x="1258888" y="3817938"/>
            <a:ext cx="7620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2400" noProof="1"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对象的特点：</a:t>
            </a:r>
            <a:r>
              <a:rPr lang="zh-CN" altLang="en-US" sz="24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由</a:t>
            </a:r>
            <a:r>
              <a:rPr lang="zh-CN" altLang="en-US" sz="240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大量无规运动的粒子组成。</a:t>
            </a:r>
          </a:p>
        </p:txBody>
      </p:sp>
      <p:sp>
        <p:nvSpPr>
          <p:cNvPr id="804869" name="文本框 804868">
            <a:extLst>
              <a:ext uri="{FF2B5EF4-FFF2-40B4-BE49-F238E27FC236}">
                <a16:creationId xmlns:a16="http://schemas.microsoft.com/office/drawing/2014/main" id="{5ABF4655-C154-4F90-8760-152DB76DBD99}"/>
              </a:ext>
            </a:extLst>
          </p:cNvPr>
          <p:cNvSpPr txBox="1"/>
          <p:nvPr/>
        </p:nvSpPr>
        <p:spPr>
          <a:xfrm>
            <a:off x="2195513" y="230188"/>
            <a:ext cx="3810000" cy="7620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440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 </a:t>
            </a:r>
            <a:r>
              <a:rPr lang="zh-CN" altLang="en-US" sz="440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热      学</a:t>
            </a:r>
          </a:p>
        </p:txBody>
      </p:sp>
      <p:sp>
        <p:nvSpPr>
          <p:cNvPr id="804870" name="文本框 804869">
            <a:extLst>
              <a:ext uri="{FF2B5EF4-FFF2-40B4-BE49-F238E27FC236}">
                <a16:creationId xmlns:a16="http://schemas.microsoft.com/office/drawing/2014/main" id="{D866ACD8-DCEE-4E8B-9896-BD8BAE093F8D}"/>
              </a:ext>
            </a:extLst>
          </p:cNvPr>
          <p:cNvSpPr txBox="1"/>
          <p:nvPr/>
        </p:nvSpPr>
        <p:spPr>
          <a:xfrm>
            <a:off x="1238250" y="3313113"/>
            <a:ext cx="247015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2400" noProof="1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对象： </a:t>
            </a:r>
          </a:p>
        </p:txBody>
      </p:sp>
      <p:sp>
        <p:nvSpPr>
          <p:cNvPr id="804871" name="文本框 804870">
            <a:extLst>
              <a:ext uri="{FF2B5EF4-FFF2-40B4-BE49-F238E27FC236}">
                <a16:creationId xmlns:a16="http://schemas.microsoft.com/office/drawing/2014/main" id="{2FD5F788-0EC7-4555-86CC-A40778B6152C}"/>
              </a:ext>
            </a:extLst>
          </p:cNvPr>
          <p:cNvSpPr txBox="1"/>
          <p:nvPr/>
        </p:nvSpPr>
        <p:spPr>
          <a:xfrm>
            <a:off x="2405063" y="3241675"/>
            <a:ext cx="6343650" cy="5302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 eaLnBrk="1" hangingPunct="1">
              <a:lnSpc>
                <a:spcPct val="120000"/>
              </a:lnSpc>
              <a:defRPr/>
            </a:pPr>
            <a:r>
              <a:rPr lang="zh-CN" altLang="en-US" sz="24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宏观物体或物体系</a:t>
            </a:r>
            <a:r>
              <a:rPr lang="zh-CN" altLang="en-US" sz="2400" noProof="1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400" noProof="1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—</a:t>
            </a:r>
            <a:r>
              <a:rPr lang="en-US" altLang="zh-CN" sz="2400" noProof="1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 noProof="1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称为</a:t>
            </a:r>
            <a:r>
              <a:rPr lang="en-US" altLang="zh-CN" sz="2400" noProof="1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2400" noProof="1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热力学</a:t>
            </a:r>
            <a:r>
              <a:rPr lang="en-US" altLang="zh-CN" sz="2400" noProof="1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)</a:t>
            </a:r>
            <a:r>
              <a:rPr lang="zh-CN" altLang="en-US" sz="2400" noProof="1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系统 。</a:t>
            </a:r>
            <a:endParaRPr lang="zh-CN" altLang="en-US" sz="2400" b="0" noProof="1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804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804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804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804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804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804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7" dur="500"/>
                                        <p:tgtEl>
                                          <p:spTgt spid="804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4866" grpId="0"/>
      <p:bldP spid="804867" grpId="0" build="p"/>
      <p:bldP spid="804868" grpId="0"/>
      <p:bldP spid="804870" grpId="0"/>
      <p:bldP spid="80487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灯片编号占位符 1">
            <a:extLst>
              <a:ext uri="{FF2B5EF4-FFF2-40B4-BE49-F238E27FC236}">
                <a16:creationId xmlns:a16="http://schemas.microsoft.com/office/drawing/2014/main" id="{43AD5730-40D2-4971-BB58-7D3DD068D4C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029325"/>
            <a:ext cx="19050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50000"/>
              </a:spcBef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spcBef>
                <a:spcPct val="50000"/>
              </a:spcBef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spcBef>
                <a:spcPct val="50000"/>
              </a:spcBef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spcBef>
                <a:spcPct val="50000"/>
              </a:spcBef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spcBef>
                <a:spcPct val="50000"/>
              </a:spcBef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>
              <a:spcBef>
                <a:spcPct val="0"/>
              </a:spcBef>
            </a:pPr>
            <a:fld id="{C5C00B08-16B5-4954-9547-BE45F2C1EA8D}" type="slidenum">
              <a:rPr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</a:pPr>
              <a:t>2</a:t>
            </a:fld>
            <a:endParaRPr lang="zh-CN" altLang="en-US" sz="1400" b="0">
              <a:ea typeface="宋体" panose="02010600030101010101" pitchFamily="2" charset="-122"/>
            </a:endParaRPr>
          </a:p>
        </p:txBody>
      </p:sp>
      <p:sp>
        <p:nvSpPr>
          <p:cNvPr id="562184" name="文本框 562183">
            <a:extLst>
              <a:ext uri="{FF2B5EF4-FFF2-40B4-BE49-F238E27FC236}">
                <a16:creationId xmlns:a16="http://schemas.microsoft.com/office/drawing/2014/main" id="{133D9E3C-D686-4BD4-8B32-43E21BCB60B0}"/>
              </a:ext>
            </a:extLst>
          </p:cNvPr>
          <p:cNvSpPr txBox="1"/>
          <p:nvPr/>
        </p:nvSpPr>
        <p:spPr>
          <a:xfrm>
            <a:off x="906463" y="3206750"/>
            <a:ext cx="7407275" cy="978729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65000"/>
              </a:lnSpc>
              <a:spcBef>
                <a:spcPct val="50000"/>
              </a:spcBef>
              <a:buFontTx/>
              <a:buBlip>
                <a:blip r:embed="rId2"/>
              </a:buBlip>
              <a:defRPr/>
            </a:pPr>
            <a:r>
              <a:rPr lang="en-US" altLang="zh-CN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 </a:t>
            </a:r>
            <a:r>
              <a:rPr lang="zh-CN" altLang="en-US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统计物理学（第</a:t>
            </a:r>
            <a:r>
              <a:rPr lang="en-US" altLang="zh-CN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12</a:t>
            </a:r>
            <a:r>
              <a:rPr lang="zh-CN" altLang="en-US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章气体动理论）</a:t>
            </a:r>
          </a:p>
          <a:p>
            <a:pPr eaLnBrk="1" hangingPunct="1">
              <a:lnSpc>
                <a:spcPct val="65000"/>
              </a:lnSpc>
              <a:spcBef>
                <a:spcPct val="50000"/>
              </a:spcBef>
              <a:defRPr/>
            </a:pPr>
            <a:r>
              <a:rPr lang="zh-CN" altLang="en-US" noProof="1">
                <a:effectLst>
                  <a:outerShdw blurRad="38100" dist="38100" dir="2700000">
                    <a:srgbClr val="C0C0C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  </a:t>
            </a:r>
            <a:r>
              <a:rPr lang="en-US" altLang="zh-CN" noProof="1">
                <a:effectLst>
                  <a:outerShdw blurRad="38100" dist="38100" dir="2700000">
                    <a:srgbClr val="C0C0C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----</a:t>
            </a:r>
            <a:r>
              <a:rPr lang="zh-CN" altLang="en-US" noProof="1">
                <a:effectLst>
                  <a:outerShdw blurRad="38100" dist="38100" dir="2700000">
                    <a:srgbClr val="C0C0C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热现象的微观描述</a:t>
            </a:r>
          </a:p>
        </p:txBody>
      </p:sp>
      <p:grpSp>
        <p:nvGrpSpPr>
          <p:cNvPr id="562191" name="组合 562190">
            <a:extLst>
              <a:ext uri="{FF2B5EF4-FFF2-40B4-BE49-F238E27FC236}">
                <a16:creationId xmlns:a16="http://schemas.microsoft.com/office/drawing/2014/main" id="{914B7942-A33B-476A-8821-5E86AE4429A4}"/>
              </a:ext>
            </a:extLst>
          </p:cNvPr>
          <p:cNvGrpSpPr>
            <a:grpSpLocks/>
          </p:cNvGrpSpPr>
          <p:nvPr/>
        </p:nvGrpSpPr>
        <p:grpSpPr bwMode="auto">
          <a:xfrm>
            <a:off x="1041400" y="4300538"/>
            <a:ext cx="7488238" cy="822325"/>
            <a:chOff x="859" y="3076"/>
            <a:chExt cx="4704" cy="518"/>
          </a:xfrm>
        </p:grpSpPr>
        <p:sp>
          <p:nvSpPr>
            <p:cNvPr id="562192" name="文本框 562191">
              <a:extLst>
                <a:ext uri="{FF2B5EF4-FFF2-40B4-BE49-F238E27FC236}">
                  <a16:creationId xmlns:a16="http://schemas.microsoft.com/office/drawing/2014/main" id="{B04F86DC-31ED-4162-AE25-B385DE41C15E}"/>
                </a:ext>
              </a:extLst>
            </p:cNvPr>
            <p:cNvSpPr txBox="1"/>
            <p:nvPr/>
          </p:nvSpPr>
          <p:spPr>
            <a:xfrm>
              <a:off x="859" y="3076"/>
              <a:ext cx="4704" cy="51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altLang="zh-CN" sz="2400" noProof="1"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ea typeface="宋体" panose="02010600030101010101" pitchFamily="2" charset="-122"/>
                </a:rPr>
                <a:t>    </a:t>
              </a:r>
              <a:r>
                <a:rPr lang="zh-CN" altLang="en-US" sz="2400" noProof="1"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ea typeface="宋体" panose="02010600030101010101" pitchFamily="2" charset="-122"/>
                </a:rPr>
                <a:t>对物质微观结构         </a:t>
              </a:r>
              <a:r>
                <a:rPr lang="zh-CN" altLang="en-US" sz="2000" noProof="1">
                  <a:solidFill>
                    <a:srgbClr val="CC33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ea typeface="宋体" panose="02010600030101010101" pitchFamily="2" charset="-122"/>
                </a:rPr>
                <a:t>统计方法</a:t>
              </a:r>
              <a:r>
                <a:rPr lang="zh-CN" altLang="en-US" sz="2400" noProof="1">
                  <a:solidFill>
                    <a:srgbClr val="FF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ea typeface="宋体" panose="02010600030101010101" pitchFamily="2" charset="-122"/>
                </a:rPr>
                <a:t> </a:t>
              </a:r>
            </a:p>
            <a:p>
              <a:pPr eaLnBrk="1" hangingPunct="1">
                <a:defRPr/>
              </a:pPr>
              <a:r>
                <a:rPr lang="zh-CN" altLang="en-US" sz="2400" noProof="1"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ea typeface="宋体" panose="02010600030101010101" pitchFamily="2" charset="-122"/>
                </a:rPr>
                <a:t>    提出模型、假设</a:t>
              </a:r>
              <a:endParaRPr lang="zh-CN" altLang="en-US" sz="2400" noProof="1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endParaRPr>
            </a:p>
          </p:txBody>
        </p:sp>
        <p:sp>
          <p:nvSpPr>
            <p:cNvPr id="37904" name="右箭头 562192">
              <a:extLst>
                <a:ext uri="{FF2B5EF4-FFF2-40B4-BE49-F238E27FC236}">
                  <a16:creationId xmlns:a16="http://schemas.microsoft.com/office/drawing/2014/main" id="{5FF49EFE-D7F3-4629-B7BB-19A384A2CF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2" y="3339"/>
              <a:ext cx="960" cy="144"/>
            </a:xfrm>
            <a:prstGeom prst="rightArrow">
              <a:avLst>
                <a:gd name="adj1" fmla="val 50000"/>
                <a:gd name="adj2" fmla="val 166574"/>
              </a:avLst>
            </a:prstGeom>
            <a:gradFill rotWithShape="1">
              <a:gsLst>
                <a:gs pos="0">
                  <a:srgbClr val="CCFFFF"/>
                </a:gs>
                <a:gs pos="50000">
                  <a:srgbClr val="FFFFFF"/>
                </a:gs>
                <a:gs pos="100000">
                  <a:srgbClr val="CCFFFF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62194" name="文本框 562193">
              <a:extLst>
                <a:ext uri="{FF2B5EF4-FFF2-40B4-BE49-F238E27FC236}">
                  <a16:creationId xmlns:a16="http://schemas.microsoft.com/office/drawing/2014/main" id="{B3B3A5A6-2169-44E1-9380-2907E0311702}"/>
                </a:ext>
              </a:extLst>
            </p:cNvPr>
            <p:cNvSpPr txBox="1"/>
            <p:nvPr/>
          </p:nvSpPr>
          <p:spPr>
            <a:xfrm>
              <a:off x="3742" y="3294"/>
              <a:ext cx="1749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2400" noProof="1"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ea typeface="宋体" panose="02010600030101010101" pitchFamily="2" charset="-122"/>
                </a:rPr>
                <a:t>  </a:t>
              </a:r>
              <a:r>
                <a:rPr lang="zh-CN" altLang="en-US" sz="2400" noProof="1"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ea typeface="宋体" panose="02010600030101010101" pitchFamily="2" charset="-122"/>
                </a:rPr>
                <a:t>解释热现象的规律</a:t>
              </a:r>
            </a:p>
          </p:txBody>
        </p:sp>
      </p:grpSp>
      <p:sp>
        <p:nvSpPr>
          <p:cNvPr id="562197" name="文本框 562196">
            <a:extLst>
              <a:ext uri="{FF2B5EF4-FFF2-40B4-BE49-F238E27FC236}">
                <a16:creationId xmlns:a16="http://schemas.microsoft.com/office/drawing/2014/main" id="{64311111-709F-41D0-A294-05F761B1F132}"/>
              </a:ext>
            </a:extLst>
          </p:cNvPr>
          <p:cNvSpPr txBox="1"/>
          <p:nvPr/>
        </p:nvSpPr>
        <p:spPr>
          <a:xfrm>
            <a:off x="1797050" y="5264150"/>
            <a:ext cx="583247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2800" noProof="1">
                <a:solidFill>
                  <a:srgbClr val="000099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楷体_GB2312" pitchFamily="49" charset="-122"/>
              </a:rPr>
              <a:t>受模型局限，普遍性较差。</a:t>
            </a:r>
          </a:p>
        </p:txBody>
      </p:sp>
      <p:sp>
        <p:nvSpPr>
          <p:cNvPr id="562198" name="文本框 562197">
            <a:extLst>
              <a:ext uri="{FF2B5EF4-FFF2-40B4-BE49-F238E27FC236}">
                <a16:creationId xmlns:a16="http://schemas.microsoft.com/office/drawing/2014/main" id="{36C42C14-B637-470B-B57D-5FB7DAF21C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5863" y="6029325"/>
            <a:ext cx="7272337" cy="588963"/>
          </a:xfrm>
          <a:prstGeom prst="rect">
            <a:avLst/>
          </a:prstGeom>
          <a:gradFill rotWithShape="1">
            <a:gsLst>
              <a:gs pos="0">
                <a:srgbClr val="CCFFFF"/>
              </a:gs>
              <a:gs pos="50000">
                <a:srgbClr val="FFFFFF"/>
              </a:gs>
              <a:gs pos="100000">
                <a:srgbClr val="CCFFFF"/>
              </a:gs>
            </a:gsLst>
            <a:lin ang="5400000" scaled="1"/>
          </a:gradFill>
          <a:ln w="9525">
            <a:solidFill>
              <a:schemeClr val="accent2"/>
            </a:solidFill>
            <a:miter lim="800000"/>
            <a:headEnd/>
            <a:tailEnd/>
          </a:ln>
          <a:effectLst>
            <a:prstShdw prst="shdw17" dist="17961" dir="13500000">
              <a:srgbClr val="1F1F7A"/>
            </a:prstShdw>
          </a:effectLst>
        </p:spPr>
        <p:txBody>
          <a:bodyPr>
            <a:spAutoFit/>
          </a:bodyPr>
          <a:lstStyle>
            <a:lvl1pPr>
              <a:spcBef>
                <a:spcPct val="50000"/>
              </a:spcBef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spcBef>
                <a:spcPct val="50000"/>
              </a:spcBef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spcBef>
                <a:spcPct val="50000"/>
              </a:spcBef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spcBef>
                <a:spcPct val="50000"/>
              </a:spcBef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spcBef>
                <a:spcPct val="50000"/>
              </a:spcBef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zh-CN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 </a:t>
            </a:r>
            <a:r>
              <a:rPr lang="zh-CN" altLang="en-US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宏观法与微观法 相辅相成 相互补充</a:t>
            </a:r>
          </a:p>
        </p:txBody>
      </p:sp>
      <p:sp>
        <p:nvSpPr>
          <p:cNvPr id="804872" name="矩形 804871">
            <a:extLst>
              <a:ext uri="{FF2B5EF4-FFF2-40B4-BE49-F238E27FC236}">
                <a16:creationId xmlns:a16="http://schemas.microsoft.com/office/drawing/2014/main" id="{7F58BABA-119D-4105-9D2C-F6BF72BBEBC8}"/>
              </a:ext>
            </a:extLst>
          </p:cNvPr>
          <p:cNvSpPr/>
          <p:nvPr/>
        </p:nvSpPr>
        <p:spPr>
          <a:xfrm>
            <a:off x="357188" y="117475"/>
            <a:ext cx="3744912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28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二、热学的两大分支</a:t>
            </a:r>
          </a:p>
        </p:txBody>
      </p:sp>
      <p:sp>
        <p:nvSpPr>
          <p:cNvPr id="804873" name="文本框 804872">
            <a:extLst>
              <a:ext uri="{FF2B5EF4-FFF2-40B4-BE49-F238E27FC236}">
                <a16:creationId xmlns:a16="http://schemas.microsoft.com/office/drawing/2014/main" id="{F5A4FB52-BDA3-4AB3-B37B-DC9D8462FEC4}"/>
              </a:ext>
            </a:extLst>
          </p:cNvPr>
          <p:cNvSpPr txBox="1"/>
          <p:nvPr/>
        </p:nvSpPr>
        <p:spPr>
          <a:xfrm>
            <a:off x="1077913" y="838200"/>
            <a:ext cx="6480175" cy="8606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Blip>
                <a:blip r:embed="rId2"/>
              </a:buBlip>
              <a:defRPr/>
            </a:pPr>
            <a:r>
              <a:rPr lang="en-US" altLang="zh-CN" noProof="1">
                <a:effectLst>
                  <a:outerShdw blurRad="38100" dist="38100" dir="2700000">
                    <a:srgbClr val="C0C0C0"/>
                  </a:outerShdw>
                </a:effectLst>
                <a:ea typeface="隶书" panose="02010509060101010101" pitchFamily="49" charset="-122"/>
              </a:rPr>
              <a:t> </a:t>
            </a:r>
            <a:r>
              <a:rPr lang="zh-CN" altLang="en-US" noProof="1">
                <a:solidFill>
                  <a:srgbClr val="CC00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隶书" panose="02010509060101010101" pitchFamily="49" charset="-122"/>
              </a:rPr>
              <a:t>热力学（第</a:t>
            </a:r>
            <a:r>
              <a:rPr lang="en-US" altLang="zh-CN" noProof="1">
                <a:solidFill>
                  <a:srgbClr val="CC00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隶书" panose="02010509060101010101" pitchFamily="49" charset="-122"/>
              </a:rPr>
              <a:t>13</a:t>
            </a:r>
            <a:r>
              <a:rPr lang="zh-CN" altLang="en-US" noProof="1">
                <a:solidFill>
                  <a:srgbClr val="CC00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隶书" panose="02010509060101010101" pitchFamily="49" charset="-122"/>
              </a:rPr>
              <a:t>章 热力学基础）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defRPr/>
            </a:pPr>
            <a:r>
              <a:rPr lang="zh-CN" altLang="en-US" noProof="1">
                <a:effectLst>
                  <a:outerShdw blurRad="38100" dist="38100" dir="2700000">
                    <a:srgbClr val="C0C0C0"/>
                  </a:outerShdw>
                </a:effectLst>
                <a:ea typeface="隶书" panose="02010509060101010101" pitchFamily="49" charset="-122"/>
              </a:rPr>
              <a:t>    </a:t>
            </a:r>
            <a:r>
              <a:rPr lang="en-US" altLang="zh-CN" noProof="1">
                <a:effectLst>
                  <a:outerShdw blurRad="38100" dist="38100" dir="2700000">
                    <a:srgbClr val="C0C0C0"/>
                  </a:outerShdw>
                </a:effectLst>
                <a:ea typeface="隶书" panose="02010509060101010101" pitchFamily="49" charset="-122"/>
              </a:rPr>
              <a:t>----</a:t>
            </a:r>
            <a:r>
              <a:rPr lang="zh-CN" altLang="en-US" noProof="1">
                <a:effectLst>
                  <a:outerShdw blurRad="38100" dist="38100" dir="2700000">
                    <a:srgbClr val="C0C0C0"/>
                  </a:outerShdw>
                </a:effectLst>
                <a:ea typeface="隶书" panose="02010509060101010101" pitchFamily="49" charset="-122"/>
              </a:rPr>
              <a:t>热现象的宏观描述</a:t>
            </a:r>
          </a:p>
        </p:txBody>
      </p:sp>
      <p:grpSp>
        <p:nvGrpSpPr>
          <p:cNvPr id="804874" name="组合 804873">
            <a:extLst>
              <a:ext uri="{FF2B5EF4-FFF2-40B4-BE49-F238E27FC236}">
                <a16:creationId xmlns:a16="http://schemas.microsoft.com/office/drawing/2014/main" id="{72A4465F-A2E9-4BD0-A34B-BE3275432836}"/>
              </a:ext>
            </a:extLst>
          </p:cNvPr>
          <p:cNvGrpSpPr>
            <a:grpSpLocks/>
          </p:cNvGrpSpPr>
          <p:nvPr/>
        </p:nvGrpSpPr>
        <p:grpSpPr bwMode="auto">
          <a:xfrm>
            <a:off x="1222375" y="1701800"/>
            <a:ext cx="7488238" cy="869950"/>
            <a:chOff x="839" y="1207"/>
            <a:chExt cx="4704" cy="548"/>
          </a:xfrm>
        </p:grpSpPr>
        <p:sp>
          <p:nvSpPr>
            <p:cNvPr id="804875" name="文本框 804874">
              <a:extLst>
                <a:ext uri="{FF2B5EF4-FFF2-40B4-BE49-F238E27FC236}">
                  <a16:creationId xmlns:a16="http://schemas.microsoft.com/office/drawing/2014/main" id="{4DE126E4-BA9B-4453-8589-759C29BE8AE2}"/>
                </a:ext>
              </a:extLst>
            </p:cNvPr>
            <p:cNvSpPr txBox="1"/>
            <p:nvPr/>
          </p:nvSpPr>
          <p:spPr>
            <a:xfrm>
              <a:off x="839" y="1207"/>
              <a:ext cx="4704" cy="51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altLang="zh-CN" sz="2400" noProof="1">
                  <a:solidFill>
                    <a:srgbClr val="FF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ea typeface="宋体" panose="02010600030101010101" pitchFamily="2" charset="-122"/>
                </a:rPr>
                <a:t>   </a:t>
              </a:r>
              <a:r>
                <a:rPr lang="zh-CN" altLang="en-US" sz="2400" noProof="1"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ea typeface="宋体" panose="02010600030101010101" pitchFamily="2" charset="-122"/>
                </a:rPr>
                <a:t>宏观的基本</a:t>
              </a:r>
            </a:p>
            <a:p>
              <a:pPr eaLnBrk="1" hangingPunct="1">
                <a:defRPr/>
              </a:pPr>
              <a:r>
                <a:rPr lang="zh-CN" altLang="en-US" sz="2400" noProof="1"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ea typeface="宋体" panose="02010600030101010101" pitchFamily="2" charset="-122"/>
                </a:rPr>
                <a:t>   实验规律</a:t>
              </a:r>
            </a:p>
          </p:txBody>
        </p:sp>
        <p:sp>
          <p:nvSpPr>
            <p:cNvPr id="804876" name="文本框 804875">
              <a:extLst>
                <a:ext uri="{FF2B5EF4-FFF2-40B4-BE49-F238E27FC236}">
                  <a16:creationId xmlns:a16="http://schemas.microsoft.com/office/drawing/2014/main" id="{46395ACA-34BC-48A0-A3E9-DB574EB079A3}"/>
                </a:ext>
              </a:extLst>
            </p:cNvPr>
            <p:cNvSpPr txBox="1"/>
            <p:nvPr/>
          </p:nvSpPr>
          <p:spPr>
            <a:xfrm>
              <a:off x="2336" y="1317"/>
              <a:ext cx="83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2000" noProof="1">
                  <a:solidFill>
                    <a:srgbClr val="CC33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ea typeface="宋体" panose="02010600030101010101" pitchFamily="2" charset="-122"/>
                </a:rPr>
                <a:t>  </a:t>
              </a:r>
              <a:r>
                <a:rPr lang="zh-CN" altLang="en-US" sz="2000" noProof="1">
                  <a:solidFill>
                    <a:srgbClr val="CC33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ea typeface="宋体" panose="02010600030101010101" pitchFamily="2" charset="-122"/>
                </a:rPr>
                <a:t>逻辑推理</a:t>
              </a:r>
            </a:p>
          </p:txBody>
        </p:sp>
        <p:sp>
          <p:nvSpPr>
            <p:cNvPr id="804877" name="文本框 804876">
              <a:extLst>
                <a:ext uri="{FF2B5EF4-FFF2-40B4-BE49-F238E27FC236}">
                  <a16:creationId xmlns:a16="http://schemas.microsoft.com/office/drawing/2014/main" id="{E3843044-5D85-4A0A-808B-9AA6F9A5D4CE}"/>
                </a:ext>
              </a:extLst>
            </p:cNvPr>
            <p:cNvSpPr txBox="1"/>
            <p:nvPr/>
          </p:nvSpPr>
          <p:spPr>
            <a:xfrm>
              <a:off x="3515" y="1467"/>
              <a:ext cx="107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zh-CN" altLang="en-US" sz="2400" noProof="1"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ea typeface="宋体" panose="02010600030101010101" pitchFamily="2" charset="-122"/>
                </a:rPr>
                <a:t>热现象规律</a:t>
              </a:r>
            </a:p>
          </p:txBody>
        </p:sp>
        <p:sp>
          <p:nvSpPr>
            <p:cNvPr id="804878" name="右箭头 804877">
              <a:extLst>
                <a:ext uri="{FF2B5EF4-FFF2-40B4-BE49-F238E27FC236}">
                  <a16:creationId xmlns:a16="http://schemas.microsoft.com/office/drawing/2014/main" id="{9CD1F2C2-3EB2-41AB-BE1C-79FEE5C0F7D5}"/>
                </a:ext>
              </a:extLst>
            </p:cNvPr>
            <p:cNvSpPr/>
            <p:nvPr/>
          </p:nvSpPr>
          <p:spPr>
            <a:xfrm>
              <a:off x="2382" y="1525"/>
              <a:ext cx="960" cy="144"/>
            </a:xfrm>
            <a:prstGeom prst="rightArrow">
              <a:avLst>
                <a:gd name="adj1" fmla="val 50000"/>
                <a:gd name="adj2" fmla="val 166666"/>
              </a:avLst>
            </a:prstGeom>
            <a:gradFill rotWithShape="1">
              <a:gsLst>
                <a:gs pos="0">
                  <a:srgbClr val="CCFFFF"/>
                </a:gs>
                <a:gs pos="50000">
                  <a:srgbClr val="FFFFFF"/>
                </a:gs>
                <a:gs pos="100000">
                  <a:srgbClr val="CCFFFF"/>
                </a:gs>
              </a:gsLst>
              <a:lin ang="540000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 eaLnBrk="1" hangingPunct="1">
                <a:spcBef>
                  <a:spcPct val="50000"/>
                </a:spcBef>
                <a:defRPr/>
              </a:pPr>
              <a:endParaRPr i="1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sp>
        <p:nvSpPr>
          <p:cNvPr id="804879" name="矩形 804878">
            <a:extLst>
              <a:ext uri="{FF2B5EF4-FFF2-40B4-BE49-F238E27FC236}">
                <a16:creationId xmlns:a16="http://schemas.microsoft.com/office/drawing/2014/main" id="{7FAB62C0-A338-42D3-8D4D-4953081BA5BA}"/>
              </a:ext>
            </a:extLst>
          </p:cNvPr>
          <p:cNvSpPr/>
          <p:nvPr/>
        </p:nvSpPr>
        <p:spPr>
          <a:xfrm>
            <a:off x="2281238" y="2541588"/>
            <a:ext cx="4519612" cy="519112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2800" noProof="1">
                <a:solidFill>
                  <a:srgbClr val="000099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知其然而不知其所以然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04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04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04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562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562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62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62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2184" grpId="0"/>
      <p:bldP spid="562197" grpId="0"/>
      <p:bldP spid="562198" grpId="0" bldLvl="0" animBg="1"/>
      <p:bldP spid="804873" grpId="0"/>
      <p:bldP spid="80487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灯片编号占位符 1">
            <a:extLst>
              <a:ext uri="{FF2B5EF4-FFF2-40B4-BE49-F238E27FC236}">
                <a16:creationId xmlns:a16="http://schemas.microsoft.com/office/drawing/2014/main" id="{2431561F-7FEE-45B0-A605-BA3247A875E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50000"/>
              </a:spcBef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spcBef>
                <a:spcPct val="50000"/>
              </a:spcBef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spcBef>
                <a:spcPct val="50000"/>
              </a:spcBef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spcBef>
                <a:spcPct val="50000"/>
              </a:spcBef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spcBef>
                <a:spcPct val="50000"/>
              </a:spcBef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>
              <a:spcBef>
                <a:spcPct val="0"/>
              </a:spcBef>
            </a:pPr>
            <a:fld id="{D6890EBA-6E11-4B67-B27F-8C537AC7349A}" type="slidenum">
              <a:rPr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</a:pPr>
              <a:t>3</a:t>
            </a:fld>
            <a:endParaRPr lang="zh-CN" altLang="en-US" sz="1400" b="0">
              <a:ea typeface="宋体" panose="02010600030101010101" pitchFamily="2" charset="-122"/>
            </a:endParaRPr>
          </a:p>
        </p:txBody>
      </p:sp>
      <p:sp>
        <p:nvSpPr>
          <p:cNvPr id="797698" name="文本框 797697">
            <a:extLst>
              <a:ext uri="{FF2B5EF4-FFF2-40B4-BE49-F238E27FC236}">
                <a16:creationId xmlns:a16="http://schemas.microsoft.com/office/drawing/2014/main" id="{D108BFCD-8DE6-4A28-9BF0-C3BA324435BE}"/>
              </a:ext>
            </a:extLst>
          </p:cNvPr>
          <p:cNvSpPr txBox="1"/>
          <p:nvPr/>
        </p:nvSpPr>
        <p:spPr>
          <a:xfrm>
            <a:off x="468313" y="115888"/>
            <a:ext cx="74676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2800" b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三、热学中 主要研究对象的理想特征</a:t>
            </a:r>
          </a:p>
        </p:txBody>
      </p:sp>
      <p:sp>
        <p:nvSpPr>
          <p:cNvPr id="797699" name="文本框 797698">
            <a:extLst>
              <a:ext uri="{FF2B5EF4-FFF2-40B4-BE49-F238E27FC236}">
                <a16:creationId xmlns:a16="http://schemas.microsoft.com/office/drawing/2014/main" id="{1448B1F3-F7FE-44CB-93D2-E49F19A9E2C5}"/>
              </a:ext>
            </a:extLst>
          </p:cNvPr>
          <p:cNvSpPr txBox="1"/>
          <p:nvPr/>
        </p:nvSpPr>
        <p:spPr>
          <a:xfrm>
            <a:off x="557213" y="708025"/>
            <a:ext cx="1422400" cy="528638"/>
          </a:xfrm>
          <a:prstGeom prst="rect">
            <a:avLst/>
          </a:prstGeom>
          <a:solidFill>
            <a:srgbClr val="CCFFFF">
              <a:alpha val="32001"/>
            </a:srgbClr>
          </a:solidFill>
          <a:ln w="9525" cap="flat" cmpd="sng">
            <a:solidFill>
              <a:srgbClr val="CC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2800" b="0" noProof="1">
                <a:solidFill>
                  <a:schemeClr val="tx1"/>
                </a:solidFill>
                <a:effectLst>
                  <a:outerShdw blurRad="38100" dist="38100" dir="2700000">
                    <a:srgbClr val="FFFFFF"/>
                  </a:outerShdw>
                </a:effectLst>
                <a:ea typeface="黑体" panose="02010609060101010101" pitchFamily="49" charset="-122"/>
              </a:rPr>
              <a:t>1.</a:t>
            </a:r>
            <a:r>
              <a:rPr lang="zh-CN" altLang="en-US" sz="2800" b="0" noProof="1">
                <a:solidFill>
                  <a:schemeClr val="tx1"/>
                </a:solidFill>
                <a:effectLst>
                  <a:outerShdw blurRad="38100" dist="38100" dir="2700000">
                    <a:srgbClr val="FFFFFF"/>
                  </a:outerShdw>
                </a:effectLst>
                <a:ea typeface="黑体" panose="02010609060101010101" pitchFamily="49" charset="-122"/>
              </a:rPr>
              <a:t>对象</a:t>
            </a:r>
          </a:p>
        </p:txBody>
      </p:sp>
      <p:sp>
        <p:nvSpPr>
          <p:cNvPr id="797700" name="文本框 797699">
            <a:extLst>
              <a:ext uri="{FF2B5EF4-FFF2-40B4-BE49-F238E27FC236}">
                <a16:creationId xmlns:a16="http://schemas.microsoft.com/office/drawing/2014/main" id="{A4E18148-E2D4-48F0-B6B3-4B43E6C5DA3F}"/>
              </a:ext>
            </a:extLst>
          </p:cNvPr>
          <p:cNvSpPr txBox="1"/>
          <p:nvPr/>
        </p:nvSpPr>
        <p:spPr>
          <a:xfrm>
            <a:off x="2214563" y="688975"/>
            <a:ext cx="22860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2800" b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理想气体</a:t>
            </a:r>
          </a:p>
        </p:txBody>
      </p:sp>
      <p:sp>
        <p:nvSpPr>
          <p:cNvPr id="797701" name="文本框 797700">
            <a:extLst>
              <a:ext uri="{FF2B5EF4-FFF2-40B4-BE49-F238E27FC236}">
                <a16:creationId xmlns:a16="http://schemas.microsoft.com/office/drawing/2014/main" id="{036105C0-9142-47D3-A821-BBCC6429B190}"/>
              </a:ext>
            </a:extLst>
          </p:cNvPr>
          <p:cNvSpPr txBox="1"/>
          <p:nvPr/>
        </p:nvSpPr>
        <p:spPr>
          <a:xfrm>
            <a:off x="396875" y="1225550"/>
            <a:ext cx="859155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240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     </a:t>
            </a:r>
            <a:r>
              <a:rPr lang="zh-CN" altLang="en-US" sz="240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宏观定义：</a:t>
            </a:r>
            <a:r>
              <a:rPr lang="zh-CN" altLang="en-US" sz="24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严格遵守气体三定律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7D15275-14E8-4EA6-86BE-C52DE6B7A91C}"/>
              </a:ext>
            </a:extLst>
          </p:cNvPr>
          <p:cNvSpPr txBox="1"/>
          <p:nvPr/>
        </p:nvSpPr>
        <p:spPr>
          <a:xfrm>
            <a:off x="468313" y="4427538"/>
            <a:ext cx="6107112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240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     实际气体理想化：</a:t>
            </a:r>
            <a:r>
              <a:rPr lang="en-US" altLang="zh-CN" sz="24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P </a:t>
            </a:r>
            <a:r>
              <a:rPr lang="zh-CN" altLang="en-US" sz="24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不太高，</a:t>
            </a:r>
            <a:r>
              <a:rPr lang="en-US" altLang="zh-CN" sz="24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T </a:t>
            </a:r>
            <a:r>
              <a:rPr lang="zh-CN" altLang="en-US" sz="24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不太低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19F218D-7CB8-4545-B5B3-E28BA40A947A}"/>
              </a:ext>
            </a:extLst>
          </p:cNvPr>
          <p:cNvSpPr txBox="1"/>
          <p:nvPr/>
        </p:nvSpPr>
        <p:spPr>
          <a:xfrm>
            <a:off x="1541463" y="2555875"/>
            <a:ext cx="7437437" cy="15684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sz="240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玻意耳定律</a:t>
            </a:r>
            <a:r>
              <a:rPr lang="zh-CN" altLang="en-US" sz="24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：若温度不变，则体积与压强成反比；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zh-CN" sz="240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盖-吕萨克定律</a:t>
            </a:r>
            <a:r>
              <a:rPr lang="zh-CN" altLang="en-US" sz="24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：若体积不变，则压强与温度成正比；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zh-CN" sz="240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查理定律</a:t>
            </a:r>
            <a:r>
              <a:rPr lang="zh-CN" altLang="en-US" sz="24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：若压强不变，则体积与温度成正比。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00B9E51-EB1C-42DE-BF4E-2E23833C2F22}"/>
              </a:ext>
            </a:extLst>
          </p:cNvPr>
          <p:cNvSpPr txBox="1"/>
          <p:nvPr/>
        </p:nvSpPr>
        <p:spPr>
          <a:xfrm>
            <a:off x="1541463" y="1890713"/>
            <a:ext cx="29591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sz="24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一定质量的气体：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97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7701" grpId="0"/>
      <p:bldP spid="2" grpId="0"/>
      <p:bldP spid="3" grpId="0"/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灯片编号占位符 1">
            <a:extLst>
              <a:ext uri="{FF2B5EF4-FFF2-40B4-BE49-F238E27FC236}">
                <a16:creationId xmlns:a16="http://schemas.microsoft.com/office/drawing/2014/main" id="{5C7DC33C-E6D4-49BA-8583-2C2D2BA1222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50000"/>
              </a:spcBef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spcBef>
                <a:spcPct val="50000"/>
              </a:spcBef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spcBef>
                <a:spcPct val="50000"/>
              </a:spcBef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spcBef>
                <a:spcPct val="50000"/>
              </a:spcBef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spcBef>
                <a:spcPct val="50000"/>
              </a:spcBef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>
              <a:spcBef>
                <a:spcPct val="0"/>
              </a:spcBef>
            </a:pPr>
            <a:fld id="{A25E1B02-2D36-45AD-AEE4-2DA1F5DFC173}" type="slidenum">
              <a:rPr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</a:pPr>
              <a:t>4</a:t>
            </a:fld>
            <a:endParaRPr lang="zh-CN" altLang="en-US" sz="1400" b="0">
              <a:ea typeface="宋体" panose="02010600030101010101" pitchFamily="2" charset="-122"/>
            </a:endParaRPr>
          </a:p>
        </p:txBody>
      </p:sp>
      <p:sp>
        <p:nvSpPr>
          <p:cNvPr id="797698" name="文本框 797697">
            <a:extLst>
              <a:ext uri="{FF2B5EF4-FFF2-40B4-BE49-F238E27FC236}">
                <a16:creationId xmlns:a16="http://schemas.microsoft.com/office/drawing/2014/main" id="{47B3D140-F8BA-4D14-9954-A5B9CE95355A}"/>
              </a:ext>
            </a:extLst>
          </p:cNvPr>
          <p:cNvSpPr txBox="1"/>
          <p:nvPr/>
        </p:nvSpPr>
        <p:spPr>
          <a:xfrm>
            <a:off x="468313" y="115888"/>
            <a:ext cx="74676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2800" b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三、热学中 主要研究对象的理想特征</a:t>
            </a:r>
          </a:p>
        </p:txBody>
      </p:sp>
      <p:sp>
        <p:nvSpPr>
          <p:cNvPr id="797699" name="文本框 797698">
            <a:extLst>
              <a:ext uri="{FF2B5EF4-FFF2-40B4-BE49-F238E27FC236}">
                <a16:creationId xmlns:a16="http://schemas.microsoft.com/office/drawing/2014/main" id="{36C8D67A-7B2C-46E5-9AB8-F9DB9A8D5120}"/>
              </a:ext>
            </a:extLst>
          </p:cNvPr>
          <p:cNvSpPr txBox="1"/>
          <p:nvPr/>
        </p:nvSpPr>
        <p:spPr>
          <a:xfrm>
            <a:off x="557213" y="708025"/>
            <a:ext cx="1422400" cy="528638"/>
          </a:xfrm>
          <a:prstGeom prst="rect">
            <a:avLst/>
          </a:prstGeom>
          <a:solidFill>
            <a:srgbClr val="CCFFFF">
              <a:alpha val="32001"/>
            </a:srgbClr>
          </a:solidFill>
          <a:ln w="9525" cap="flat" cmpd="sng">
            <a:solidFill>
              <a:srgbClr val="CC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2800" b="0" noProof="1">
                <a:solidFill>
                  <a:schemeClr val="tx1"/>
                </a:solidFill>
                <a:effectLst>
                  <a:outerShdw blurRad="38100" dist="38100" dir="2700000">
                    <a:srgbClr val="FFFFFF"/>
                  </a:outerShdw>
                </a:effectLst>
                <a:ea typeface="黑体" panose="02010609060101010101" pitchFamily="49" charset="-122"/>
              </a:rPr>
              <a:t>1.</a:t>
            </a:r>
            <a:r>
              <a:rPr lang="zh-CN" altLang="en-US" sz="2800" b="0" noProof="1">
                <a:solidFill>
                  <a:schemeClr val="tx1"/>
                </a:solidFill>
                <a:effectLst>
                  <a:outerShdw blurRad="38100" dist="38100" dir="2700000">
                    <a:srgbClr val="FFFFFF"/>
                  </a:outerShdw>
                </a:effectLst>
                <a:ea typeface="黑体" panose="02010609060101010101" pitchFamily="49" charset="-122"/>
              </a:rPr>
              <a:t>对象</a:t>
            </a:r>
          </a:p>
        </p:txBody>
      </p:sp>
      <p:sp>
        <p:nvSpPr>
          <p:cNvPr id="797700" name="文本框 797699">
            <a:extLst>
              <a:ext uri="{FF2B5EF4-FFF2-40B4-BE49-F238E27FC236}">
                <a16:creationId xmlns:a16="http://schemas.microsoft.com/office/drawing/2014/main" id="{E4988E33-11D2-4157-943F-D25FF4589BB8}"/>
              </a:ext>
            </a:extLst>
          </p:cNvPr>
          <p:cNvSpPr txBox="1"/>
          <p:nvPr/>
        </p:nvSpPr>
        <p:spPr>
          <a:xfrm>
            <a:off x="2214563" y="688975"/>
            <a:ext cx="22860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2800" b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理想气体</a:t>
            </a:r>
          </a:p>
        </p:txBody>
      </p:sp>
      <p:sp>
        <p:nvSpPr>
          <p:cNvPr id="797701" name="文本框 797700">
            <a:extLst>
              <a:ext uri="{FF2B5EF4-FFF2-40B4-BE49-F238E27FC236}">
                <a16:creationId xmlns:a16="http://schemas.microsoft.com/office/drawing/2014/main" id="{57060988-1CE6-42B6-826E-5BFF579ADD94}"/>
              </a:ext>
            </a:extLst>
          </p:cNvPr>
          <p:cNvSpPr txBox="1"/>
          <p:nvPr/>
        </p:nvSpPr>
        <p:spPr>
          <a:xfrm>
            <a:off x="396875" y="1225550"/>
            <a:ext cx="8591550" cy="1384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240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     </a:t>
            </a:r>
            <a:r>
              <a:rPr lang="zh-CN" altLang="en-US" sz="240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宏观定义：</a:t>
            </a:r>
            <a:r>
              <a:rPr lang="zh-CN" altLang="en-US" sz="24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严格遵守气体三定律（玻意耳定律、盖</a:t>
            </a:r>
            <a:r>
              <a:rPr lang="en-US" altLang="zh-CN" sz="24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-</a:t>
            </a:r>
            <a:r>
              <a:rPr lang="zh-CN" altLang="en-US" sz="24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吕萨克定律和查理定律）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zh-CN" altLang="en-US" sz="240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     实际气体理想化：</a:t>
            </a:r>
            <a:r>
              <a:rPr lang="en-US" altLang="zh-CN" sz="24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P </a:t>
            </a:r>
            <a:r>
              <a:rPr lang="zh-CN" altLang="en-US" sz="24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不太高，</a:t>
            </a:r>
            <a:r>
              <a:rPr lang="en-US" altLang="zh-CN" sz="24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T </a:t>
            </a:r>
            <a:r>
              <a:rPr lang="zh-CN" altLang="en-US" sz="24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不太低</a:t>
            </a:r>
          </a:p>
        </p:txBody>
      </p:sp>
      <p:sp>
        <p:nvSpPr>
          <p:cNvPr id="797702" name="文本框 797701">
            <a:extLst>
              <a:ext uri="{FF2B5EF4-FFF2-40B4-BE49-F238E27FC236}">
                <a16:creationId xmlns:a16="http://schemas.microsoft.com/office/drawing/2014/main" id="{9A6F3156-796D-4A18-B60A-2BE8BB2A2384}"/>
              </a:ext>
            </a:extLst>
          </p:cNvPr>
          <p:cNvSpPr txBox="1"/>
          <p:nvPr/>
        </p:nvSpPr>
        <p:spPr>
          <a:xfrm>
            <a:off x="600075" y="2651125"/>
            <a:ext cx="1379538" cy="528638"/>
          </a:xfrm>
          <a:prstGeom prst="rect">
            <a:avLst/>
          </a:prstGeom>
          <a:solidFill>
            <a:srgbClr val="CCFFFF">
              <a:alpha val="32001"/>
            </a:srgbClr>
          </a:solidFill>
          <a:ln w="9525" cap="flat" cmpd="sng">
            <a:solidFill>
              <a:srgbClr val="CC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2800" b="0" noProof="1">
                <a:solidFill>
                  <a:schemeClr val="tx1"/>
                </a:solidFill>
                <a:effectLst>
                  <a:outerShdw blurRad="38100" dist="38100" dir="2700000">
                    <a:srgbClr val="FFFFFF"/>
                  </a:outerShdw>
                </a:effectLst>
                <a:ea typeface="黑体" panose="02010609060101010101" pitchFamily="49" charset="-122"/>
              </a:rPr>
              <a:t>2.</a:t>
            </a:r>
            <a:r>
              <a:rPr lang="zh-CN" altLang="en-US" sz="2800" b="0" noProof="1">
                <a:solidFill>
                  <a:schemeClr val="tx1"/>
                </a:solidFill>
                <a:effectLst>
                  <a:outerShdw blurRad="38100" dist="38100" dir="2700000">
                    <a:srgbClr val="FFFFFF"/>
                  </a:outerShdw>
                </a:effectLst>
                <a:ea typeface="黑体" panose="02010609060101010101" pitchFamily="49" charset="-122"/>
              </a:rPr>
              <a:t>状态</a:t>
            </a:r>
          </a:p>
        </p:txBody>
      </p:sp>
      <p:sp>
        <p:nvSpPr>
          <p:cNvPr id="797703" name="文本框 797702">
            <a:extLst>
              <a:ext uri="{FF2B5EF4-FFF2-40B4-BE49-F238E27FC236}">
                <a16:creationId xmlns:a16="http://schemas.microsoft.com/office/drawing/2014/main" id="{6D5485B4-0181-4A3C-A150-A6E262B75292}"/>
              </a:ext>
            </a:extLst>
          </p:cNvPr>
          <p:cNvSpPr txBox="1"/>
          <p:nvPr/>
        </p:nvSpPr>
        <p:spPr>
          <a:xfrm>
            <a:off x="2189163" y="2632075"/>
            <a:ext cx="17526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2800" b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平衡态</a:t>
            </a:r>
          </a:p>
        </p:txBody>
      </p:sp>
      <p:sp>
        <p:nvSpPr>
          <p:cNvPr id="797704" name="矩形 797703">
            <a:extLst>
              <a:ext uri="{FF2B5EF4-FFF2-40B4-BE49-F238E27FC236}">
                <a16:creationId xmlns:a16="http://schemas.microsoft.com/office/drawing/2014/main" id="{82E6D29A-F531-430F-82CF-CFA7C1247A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4292600"/>
            <a:ext cx="2590800" cy="914400"/>
          </a:xfrm>
          <a:prstGeom prst="rect">
            <a:avLst/>
          </a:prstGeom>
          <a:solidFill>
            <a:srgbClr val="FFCC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50000"/>
              </a:spcBef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spcBef>
                <a:spcPct val="50000"/>
              </a:spcBef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spcBef>
                <a:spcPct val="50000"/>
              </a:spcBef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spcBef>
                <a:spcPct val="50000"/>
              </a:spcBef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spcBef>
                <a:spcPct val="50000"/>
              </a:spcBef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endParaRPr lang="zh-CN" altLang="en-US"/>
          </a:p>
        </p:txBody>
      </p:sp>
      <p:sp>
        <p:nvSpPr>
          <p:cNvPr id="797705" name="直接连接符 797704">
            <a:extLst>
              <a:ext uri="{FF2B5EF4-FFF2-40B4-BE49-F238E27FC236}">
                <a16:creationId xmlns:a16="http://schemas.microsoft.com/office/drawing/2014/main" id="{A81FD1A6-3F99-4314-96A3-593D692D1C1F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5511800"/>
            <a:ext cx="2590800" cy="0"/>
          </a:xfrm>
          <a:prstGeom prst="line">
            <a:avLst/>
          </a:prstGeom>
          <a:noFill/>
          <a:ln w="9525">
            <a:solidFill>
              <a:srgbClr val="FF9900"/>
            </a:solidFill>
            <a:round/>
            <a:headEnd/>
            <a:tailEnd/>
          </a:ln>
          <a:scene3d>
            <a:camera prst="legacyObliqueTopRight"/>
            <a:lightRig rig="legacyFlat3" dir="b"/>
          </a:scene3d>
          <a:sp3d extrusionH="887400" prstMaterial="legacyMatte">
            <a:bevelT w="13500" h="13500" prst="angle"/>
            <a:bevelB w="13500" h="13500" prst="angle"/>
            <a:extrusionClr>
              <a:srgbClr val="FF9900"/>
            </a:extrusionClr>
            <a:contourClr>
              <a:srgbClr val="FF9900"/>
            </a:contourClr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flatTx/>
          </a:bodyPr>
          <a:lstStyle/>
          <a:p>
            <a:endParaRPr lang="zh-CN" altLang="en-US"/>
          </a:p>
        </p:txBody>
      </p:sp>
      <p:grpSp>
        <p:nvGrpSpPr>
          <p:cNvPr id="797706" name="组合 797705">
            <a:extLst>
              <a:ext uri="{FF2B5EF4-FFF2-40B4-BE49-F238E27FC236}">
                <a16:creationId xmlns:a16="http://schemas.microsoft.com/office/drawing/2014/main" id="{59DAE61B-1146-43C3-8683-3E62181378A0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4445000"/>
            <a:ext cx="2133600" cy="1066800"/>
            <a:chOff x="432" y="2800"/>
            <a:chExt cx="1344" cy="672"/>
          </a:xfrm>
        </p:grpSpPr>
        <p:sp>
          <p:nvSpPr>
            <p:cNvPr id="39982" name="椭圆 797706">
              <a:extLst>
                <a:ext uri="{FF2B5EF4-FFF2-40B4-BE49-F238E27FC236}">
                  <a16:creationId xmlns:a16="http://schemas.microsoft.com/office/drawing/2014/main" id="{3D572BA0-34CF-4D17-A787-BE7EE633F7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2848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9983" name="椭圆 797707">
              <a:extLst>
                <a:ext uri="{FF2B5EF4-FFF2-40B4-BE49-F238E27FC236}">
                  <a16:creationId xmlns:a16="http://schemas.microsoft.com/office/drawing/2014/main" id="{F4988500-20A1-40FD-A584-59417089A0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2" y="3088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9984" name="椭圆 797708">
              <a:extLst>
                <a:ext uri="{FF2B5EF4-FFF2-40B4-BE49-F238E27FC236}">
                  <a16:creationId xmlns:a16="http://schemas.microsoft.com/office/drawing/2014/main" id="{B33230EF-AF56-431A-80DC-C92DBFBD21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" y="2848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9985" name="椭圆 797709">
              <a:extLst>
                <a:ext uri="{FF2B5EF4-FFF2-40B4-BE49-F238E27FC236}">
                  <a16:creationId xmlns:a16="http://schemas.microsoft.com/office/drawing/2014/main" id="{8498B73A-A0B3-40B5-AEDA-FF1BD61C49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848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9986" name="椭圆 797710">
              <a:extLst>
                <a:ext uri="{FF2B5EF4-FFF2-40B4-BE49-F238E27FC236}">
                  <a16:creationId xmlns:a16="http://schemas.microsoft.com/office/drawing/2014/main" id="{ACE151FE-E53C-40EF-9E62-4493A76966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3136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9987" name="椭圆 797711">
              <a:extLst>
                <a:ext uri="{FF2B5EF4-FFF2-40B4-BE49-F238E27FC236}">
                  <a16:creationId xmlns:a16="http://schemas.microsoft.com/office/drawing/2014/main" id="{B4DC36E0-C3BB-4492-ACEF-E97BCF7EF7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3088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9988" name="椭圆 797712">
              <a:extLst>
                <a:ext uri="{FF2B5EF4-FFF2-40B4-BE49-F238E27FC236}">
                  <a16:creationId xmlns:a16="http://schemas.microsoft.com/office/drawing/2014/main" id="{434DE3DF-0327-41DF-91C2-B263BDBDB4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3136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9989" name="椭圆 797713">
              <a:extLst>
                <a:ext uri="{FF2B5EF4-FFF2-40B4-BE49-F238E27FC236}">
                  <a16:creationId xmlns:a16="http://schemas.microsoft.com/office/drawing/2014/main" id="{6FA3A9DA-9A08-4ED8-9E62-263054525E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" y="3328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9990" name="椭圆 797714">
              <a:extLst>
                <a:ext uri="{FF2B5EF4-FFF2-40B4-BE49-F238E27FC236}">
                  <a16:creationId xmlns:a16="http://schemas.microsoft.com/office/drawing/2014/main" id="{C1B8B76C-06A6-4D22-9E02-F9FEAABEBB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3184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9991" name="椭圆 797715">
              <a:extLst>
                <a:ext uri="{FF2B5EF4-FFF2-40B4-BE49-F238E27FC236}">
                  <a16:creationId xmlns:a16="http://schemas.microsoft.com/office/drawing/2014/main" id="{B389C2F4-D888-46BA-8142-6B51E60585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3280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9992" name="椭圆 797716">
              <a:extLst>
                <a:ext uri="{FF2B5EF4-FFF2-40B4-BE49-F238E27FC236}">
                  <a16:creationId xmlns:a16="http://schemas.microsoft.com/office/drawing/2014/main" id="{D6B4FDD6-FE85-4B52-B47B-0BE59E3872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" y="3328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9993" name="椭圆 797717">
              <a:extLst>
                <a:ext uri="{FF2B5EF4-FFF2-40B4-BE49-F238E27FC236}">
                  <a16:creationId xmlns:a16="http://schemas.microsoft.com/office/drawing/2014/main" id="{F820AE81-73A4-448F-8394-0133F6ADE7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3328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9994" name="椭圆 797718">
              <a:extLst>
                <a:ext uri="{FF2B5EF4-FFF2-40B4-BE49-F238E27FC236}">
                  <a16:creationId xmlns:a16="http://schemas.microsoft.com/office/drawing/2014/main" id="{A90DB5D0-5195-4AC5-AC49-0F28FD1A39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2848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9995" name="椭圆 797719">
              <a:extLst>
                <a:ext uri="{FF2B5EF4-FFF2-40B4-BE49-F238E27FC236}">
                  <a16:creationId xmlns:a16="http://schemas.microsoft.com/office/drawing/2014/main" id="{0FA63207-F0B7-45B6-A311-C11539FFD7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2944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9996" name="椭圆 797720">
              <a:extLst>
                <a:ext uri="{FF2B5EF4-FFF2-40B4-BE49-F238E27FC236}">
                  <a16:creationId xmlns:a16="http://schemas.microsoft.com/office/drawing/2014/main" id="{54338B09-E73C-4E15-9299-285D46763D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2944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9997" name="椭圆 797721">
              <a:extLst>
                <a:ext uri="{FF2B5EF4-FFF2-40B4-BE49-F238E27FC236}">
                  <a16:creationId xmlns:a16="http://schemas.microsoft.com/office/drawing/2014/main" id="{7ADA3110-2F72-4F2B-B0AB-45972D9F9D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3088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9998" name="椭圆 797722">
              <a:extLst>
                <a:ext uri="{FF2B5EF4-FFF2-40B4-BE49-F238E27FC236}">
                  <a16:creationId xmlns:a16="http://schemas.microsoft.com/office/drawing/2014/main" id="{884A4938-AD1E-4308-8492-19DBC8F705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2944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9999" name="椭圆 797723">
              <a:extLst>
                <a:ext uri="{FF2B5EF4-FFF2-40B4-BE49-F238E27FC236}">
                  <a16:creationId xmlns:a16="http://schemas.microsoft.com/office/drawing/2014/main" id="{63CAB464-71D0-4FB8-9249-4236E2919B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3280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0000" name="椭圆 797724">
              <a:extLst>
                <a:ext uri="{FF2B5EF4-FFF2-40B4-BE49-F238E27FC236}">
                  <a16:creationId xmlns:a16="http://schemas.microsoft.com/office/drawing/2014/main" id="{8261A6C6-222B-4C30-B536-D27079972E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" y="3328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0001" name="椭圆 797725">
              <a:extLst>
                <a:ext uri="{FF2B5EF4-FFF2-40B4-BE49-F238E27FC236}">
                  <a16:creationId xmlns:a16="http://schemas.microsoft.com/office/drawing/2014/main" id="{D9D0419A-D252-4244-BC40-F4D9AA916F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3136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0002" name="椭圆 797726">
              <a:extLst>
                <a:ext uri="{FF2B5EF4-FFF2-40B4-BE49-F238E27FC236}">
                  <a16:creationId xmlns:a16="http://schemas.microsoft.com/office/drawing/2014/main" id="{8F2CF3E4-7A68-4D69-9D52-DE454B3EB4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" y="3136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0003" name="椭圆 797727">
              <a:extLst>
                <a:ext uri="{FF2B5EF4-FFF2-40B4-BE49-F238E27FC236}">
                  <a16:creationId xmlns:a16="http://schemas.microsoft.com/office/drawing/2014/main" id="{B2207D5B-AE28-41E4-AD9A-1233E7D473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" y="3376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0004" name="椭圆 797728">
              <a:extLst>
                <a:ext uri="{FF2B5EF4-FFF2-40B4-BE49-F238E27FC236}">
                  <a16:creationId xmlns:a16="http://schemas.microsoft.com/office/drawing/2014/main" id="{8B4DB0AE-D36E-4E09-82E5-A0A55EFE77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" y="3376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0005" name="椭圆 797729">
              <a:extLst>
                <a:ext uri="{FF2B5EF4-FFF2-40B4-BE49-F238E27FC236}">
                  <a16:creationId xmlns:a16="http://schemas.microsoft.com/office/drawing/2014/main" id="{15D09504-81D5-40AB-8632-EB644C6538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2800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0006" name="椭圆 797730">
              <a:extLst>
                <a:ext uri="{FF2B5EF4-FFF2-40B4-BE49-F238E27FC236}">
                  <a16:creationId xmlns:a16="http://schemas.microsoft.com/office/drawing/2014/main" id="{8CEA7AAB-13CC-43B9-BDF8-D9C31C99EC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3040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0007" name="椭圆 797731">
              <a:extLst>
                <a:ext uri="{FF2B5EF4-FFF2-40B4-BE49-F238E27FC236}">
                  <a16:creationId xmlns:a16="http://schemas.microsoft.com/office/drawing/2014/main" id="{FB3DAF3F-D301-4174-8F94-9F9F2C9153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" y="2896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endParaRPr lang="zh-CN" altLang="en-US"/>
            </a:p>
          </p:txBody>
        </p:sp>
      </p:grpSp>
      <p:sp>
        <p:nvSpPr>
          <p:cNvPr id="797733" name="直接连接符 797732">
            <a:extLst>
              <a:ext uri="{FF2B5EF4-FFF2-40B4-BE49-F238E27FC236}">
                <a16:creationId xmlns:a16="http://schemas.microsoft.com/office/drawing/2014/main" id="{FB0CF121-D9A7-4B99-B02C-9EA4DC6D899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00400" y="4597400"/>
            <a:ext cx="0" cy="914400"/>
          </a:xfrm>
          <a:prstGeom prst="line">
            <a:avLst/>
          </a:prstGeom>
          <a:noFill/>
          <a:ln w="9525">
            <a:solidFill>
              <a:srgbClr val="FF9900"/>
            </a:solidFill>
            <a:round/>
            <a:headEnd/>
            <a:tailEnd/>
          </a:ln>
          <a:scene3d>
            <a:camera prst="legacyObliqueTopRight"/>
            <a:lightRig rig="legacyFlat3" dir="b"/>
          </a:scene3d>
          <a:sp3d extrusionH="887400" prstMaterial="legacyMatte">
            <a:bevelT w="13500" h="13500" prst="angle"/>
            <a:bevelB w="13500" h="13500" prst="angle"/>
            <a:extrusionClr>
              <a:srgbClr val="FF9900"/>
            </a:extrusionClr>
            <a:contourClr>
              <a:srgbClr val="FF9900"/>
            </a:contourClr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flatTx/>
          </a:bodyPr>
          <a:lstStyle/>
          <a:p>
            <a:endParaRPr lang="zh-CN" altLang="en-US"/>
          </a:p>
        </p:txBody>
      </p:sp>
      <p:grpSp>
        <p:nvGrpSpPr>
          <p:cNvPr id="797734" name="组合 797733">
            <a:extLst>
              <a:ext uri="{FF2B5EF4-FFF2-40B4-BE49-F238E27FC236}">
                <a16:creationId xmlns:a16="http://schemas.microsoft.com/office/drawing/2014/main" id="{A95A8CA2-C958-41C1-A874-CC0C6B74FC49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4368800"/>
            <a:ext cx="1066800" cy="1143000"/>
            <a:chOff x="384" y="2752"/>
            <a:chExt cx="672" cy="720"/>
          </a:xfrm>
        </p:grpSpPr>
        <p:sp>
          <p:nvSpPr>
            <p:cNvPr id="39959" name="直接连接符 797734">
              <a:extLst>
                <a:ext uri="{FF2B5EF4-FFF2-40B4-BE49-F238E27FC236}">
                  <a16:creationId xmlns:a16="http://schemas.microsoft.com/office/drawing/2014/main" id="{6B8809BC-6B20-47CE-8771-BCE2886C1F5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4" y="2896"/>
              <a:ext cx="0" cy="576"/>
            </a:xfrm>
            <a:prstGeom prst="line">
              <a:avLst/>
            </a:prstGeom>
            <a:noFill/>
            <a:ln w="9525">
              <a:solidFill>
                <a:srgbClr val="FF9900"/>
              </a:solidFill>
              <a:round/>
              <a:headEnd/>
              <a:tailEnd/>
            </a:ln>
            <a:scene3d>
              <a:camera prst="legacyObliqueTopRight"/>
              <a:lightRig rig="legacyFlat3" dir="b"/>
            </a:scene3d>
            <a:sp3d extrusionH="887400" prstMaterial="legacyMatte">
              <a:bevelT w="13500" h="13500" prst="angle"/>
              <a:bevelB w="13500" h="13500" prst="angle"/>
              <a:extrusionClr>
                <a:srgbClr val="FF9900"/>
              </a:extrusionClr>
              <a:contourClr>
                <a:srgbClr val="FF9900"/>
              </a:contourClr>
            </a:sp3d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flatTx/>
            </a:bodyPr>
            <a:lstStyle/>
            <a:p>
              <a:endParaRPr lang="zh-CN" altLang="en-US"/>
            </a:p>
          </p:txBody>
        </p:sp>
        <p:sp>
          <p:nvSpPr>
            <p:cNvPr id="39960" name="椭圆 797735">
              <a:extLst>
                <a:ext uri="{FF2B5EF4-FFF2-40B4-BE49-F238E27FC236}">
                  <a16:creationId xmlns:a16="http://schemas.microsoft.com/office/drawing/2014/main" id="{0A4513FB-0151-4A4F-839B-E055BD7D06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3280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9961" name="椭圆 797736">
              <a:extLst>
                <a:ext uri="{FF2B5EF4-FFF2-40B4-BE49-F238E27FC236}">
                  <a16:creationId xmlns:a16="http://schemas.microsoft.com/office/drawing/2014/main" id="{6400915D-7382-457C-B05A-187863C9EF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3136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9962" name="椭圆 797737">
              <a:extLst>
                <a:ext uri="{FF2B5EF4-FFF2-40B4-BE49-F238E27FC236}">
                  <a16:creationId xmlns:a16="http://schemas.microsoft.com/office/drawing/2014/main" id="{4F432621-1011-488D-8273-C9AF5FBC26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" y="3280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9963" name="椭圆 797738">
              <a:extLst>
                <a:ext uri="{FF2B5EF4-FFF2-40B4-BE49-F238E27FC236}">
                  <a16:creationId xmlns:a16="http://schemas.microsoft.com/office/drawing/2014/main" id="{77623AE9-FA4B-407F-976F-F485C74758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3376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9964" name="椭圆 797739">
              <a:extLst>
                <a:ext uri="{FF2B5EF4-FFF2-40B4-BE49-F238E27FC236}">
                  <a16:creationId xmlns:a16="http://schemas.microsoft.com/office/drawing/2014/main" id="{436E9828-5C31-4EF7-9F79-F3C59943AF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3376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9965" name="椭圆 797740">
              <a:extLst>
                <a:ext uri="{FF2B5EF4-FFF2-40B4-BE49-F238E27FC236}">
                  <a16:creationId xmlns:a16="http://schemas.microsoft.com/office/drawing/2014/main" id="{85F66F3B-9371-4D31-B9F8-0D74F7D4C3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" y="3232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9966" name="椭圆 797741">
              <a:extLst>
                <a:ext uri="{FF2B5EF4-FFF2-40B4-BE49-F238E27FC236}">
                  <a16:creationId xmlns:a16="http://schemas.microsoft.com/office/drawing/2014/main" id="{7E514B7E-B3C4-4B2A-B603-51FA7EE339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" y="3376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9967" name="椭圆 797742">
              <a:extLst>
                <a:ext uri="{FF2B5EF4-FFF2-40B4-BE49-F238E27FC236}">
                  <a16:creationId xmlns:a16="http://schemas.microsoft.com/office/drawing/2014/main" id="{8CF4D4A1-361A-44C0-ADD6-CC7D8E6B73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3280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9968" name="椭圆 797743">
              <a:extLst>
                <a:ext uri="{FF2B5EF4-FFF2-40B4-BE49-F238E27FC236}">
                  <a16:creationId xmlns:a16="http://schemas.microsoft.com/office/drawing/2014/main" id="{99220535-1084-47A5-BD07-36E29891ED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2848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9969" name="椭圆 797744">
              <a:extLst>
                <a:ext uri="{FF2B5EF4-FFF2-40B4-BE49-F238E27FC236}">
                  <a16:creationId xmlns:a16="http://schemas.microsoft.com/office/drawing/2014/main" id="{3CA1D077-CA1E-4087-894E-4A1982129B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" y="2896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9970" name="椭圆 797745">
              <a:extLst>
                <a:ext uri="{FF2B5EF4-FFF2-40B4-BE49-F238E27FC236}">
                  <a16:creationId xmlns:a16="http://schemas.microsoft.com/office/drawing/2014/main" id="{71368DB3-5D00-48F3-8060-28B3497B63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2992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9971" name="椭圆 797746">
              <a:extLst>
                <a:ext uri="{FF2B5EF4-FFF2-40B4-BE49-F238E27FC236}">
                  <a16:creationId xmlns:a16="http://schemas.microsoft.com/office/drawing/2014/main" id="{3C656508-B894-4D34-A686-D3C6FE16DC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3136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9972" name="椭圆 797747">
              <a:extLst>
                <a:ext uri="{FF2B5EF4-FFF2-40B4-BE49-F238E27FC236}">
                  <a16:creationId xmlns:a16="http://schemas.microsoft.com/office/drawing/2014/main" id="{E5E0EB14-4F7A-443E-B722-DD874205EC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" y="2992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9973" name="椭圆 797748">
              <a:extLst>
                <a:ext uri="{FF2B5EF4-FFF2-40B4-BE49-F238E27FC236}">
                  <a16:creationId xmlns:a16="http://schemas.microsoft.com/office/drawing/2014/main" id="{89B370A3-96DB-41C2-86C4-8963A93E1E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2896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9974" name="椭圆 797749">
              <a:extLst>
                <a:ext uri="{FF2B5EF4-FFF2-40B4-BE49-F238E27FC236}">
                  <a16:creationId xmlns:a16="http://schemas.microsoft.com/office/drawing/2014/main" id="{3C64A1FB-E1A6-430C-9A25-B44CA7CC60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" y="3088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9975" name="椭圆 797750">
              <a:extLst>
                <a:ext uri="{FF2B5EF4-FFF2-40B4-BE49-F238E27FC236}">
                  <a16:creationId xmlns:a16="http://schemas.microsoft.com/office/drawing/2014/main" id="{E63EF778-D065-45A8-93B4-D3EBDDA05E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" y="3136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9976" name="椭圆 797751">
              <a:extLst>
                <a:ext uri="{FF2B5EF4-FFF2-40B4-BE49-F238E27FC236}">
                  <a16:creationId xmlns:a16="http://schemas.microsoft.com/office/drawing/2014/main" id="{3760B78E-5626-4D82-A115-54FA561A96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2752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9977" name="椭圆 797752">
              <a:extLst>
                <a:ext uri="{FF2B5EF4-FFF2-40B4-BE49-F238E27FC236}">
                  <a16:creationId xmlns:a16="http://schemas.microsoft.com/office/drawing/2014/main" id="{2A3FAF1F-975D-4B67-B8A0-BE500FA93F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2752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9978" name="椭圆 797753">
              <a:extLst>
                <a:ext uri="{FF2B5EF4-FFF2-40B4-BE49-F238E27FC236}">
                  <a16:creationId xmlns:a16="http://schemas.microsoft.com/office/drawing/2014/main" id="{E41A9563-2EA0-4048-84FD-E7C8BC12F0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" y="2944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9979" name="椭圆 797754">
              <a:extLst>
                <a:ext uri="{FF2B5EF4-FFF2-40B4-BE49-F238E27FC236}">
                  <a16:creationId xmlns:a16="http://schemas.microsoft.com/office/drawing/2014/main" id="{85F699EA-879C-4F5C-9765-D4E69D1ECD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2752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9980" name="椭圆 797755">
              <a:extLst>
                <a:ext uri="{FF2B5EF4-FFF2-40B4-BE49-F238E27FC236}">
                  <a16:creationId xmlns:a16="http://schemas.microsoft.com/office/drawing/2014/main" id="{8367E946-7398-4EEF-B975-329778828A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" y="3088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9981" name="椭圆 797756">
              <a:extLst>
                <a:ext uri="{FF2B5EF4-FFF2-40B4-BE49-F238E27FC236}">
                  <a16:creationId xmlns:a16="http://schemas.microsoft.com/office/drawing/2014/main" id="{23F28FDB-85A2-44C1-82A7-B2D9A65F07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992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endParaRPr lang="zh-CN" altLang="en-US"/>
            </a:p>
          </p:txBody>
        </p:sp>
      </p:grpSp>
      <p:sp>
        <p:nvSpPr>
          <p:cNvPr id="797758" name="矩形 797757">
            <a:extLst>
              <a:ext uri="{FF2B5EF4-FFF2-40B4-BE49-F238E27FC236}">
                <a16:creationId xmlns:a16="http://schemas.microsoft.com/office/drawing/2014/main" id="{8222A176-13CD-4481-B062-D663B043CC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5150" y="4602163"/>
            <a:ext cx="92075" cy="914400"/>
          </a:xfrm>
          <a:prstGeom prst="rect">
            <a:avLst/>
          </a:prstGeom>
          <a:solidFill>
            <a:srgbClr val="FFFF00"/>
          </a:solidFill>
          <a:ln w="9525">
            <a:miter lim="800000"/>
            <a:headEnd/>
            <a:tailEnd/>
          </a:ln>
          <a:scene3d>
            <a:camera prst="legacyObliqueTopRight"/>
            <a:lightRig rig="legacyFlat2" dir="t"/>
          </a:scene3d>
          <a:sp3d extrusionH="887400" prstMaterial="legacyMatte">
            <a:bevelT w="13500" h="13500" prst="angle"/>
            <a:bevelB w="13500" h="13500" prst="angle"/>
            <a:extrusionClr>
              <a:srgbClr val="FFFF00"/>
            </a:extrusionClr>
            <a:contourClr>
              <a:srgbClr val="FFFF00"/>
            </a:contourClr>
          </a:sp3d>
        </p:spPr>
        <p:txBody>
          <a:bodyPr>
            <a:flatTx/>
          </a:bodyPr>
          <a:lstStyle>
            <a:lvl1pPr>
              <a:spcBef>
                <a:spcPct val="50000"/>
              </a:spcBef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spcBef>
                <a:spcPct val="50000"/>
              </a:spcBef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spcBef>
                <a:spcPct val="50000"/>
              </a:spcBef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spcBef>
                <a:spcPct val="50000"/>
              </a:spcBef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spcBef>
                <a:spcPct val="50000"/>
              </a:spcBef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endParaRPr lang="zh-CN" altLang="en-US"/>
          </a:p>
        </p:txBody>
      </p:sp>
      <p:sp>
        <p:nvSpPr>
          <p:cNvPr id="797759" name="直接连接符 797758">
            <a:extLst>
              <a:ext uri="{FF2B5EF4-FFF2-40B4-BE49-F238E27FC236}">
                <a16:creationId xmlns:a16="http://schemas.microsoft.com/office/drawing/2014/main" id="{62A74202-918F-4274-9AFE-E37D1C274858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4597400"/>
            <a:ext cx="2590800" cy="0"/>
          </a:xfrm>
          <a:prstGeom prst="line">
            <a:avLst/>
          </a:prstGeom>
          <a:noFill/>
          <a:ln w="9525">
            <a:solidFill>
              <a:srgbClr val="FF9900">
                <a:alpha val="50195"/>
              </a:srgbClr>
            </a:solidFill>
            <a:round/>
            <a:headEnd/>
            <a:tailEnd/>
          </a:ln>
          <a:scene3d>
            <a:camera prst="legacyObliqueTopRight"/>
            <a:lightRig rig="legacyFlat3" dir="b"/>
          </a:scene3d>
          <a:sp3d extrusionH="887400" prstMaterial="legacyMatte">
            <a:bevelT w="13500" h="13500" prst="angle"/>
            <a:bevelB w="13500" h="13500" prst="angle"/>
            <a:extrusionClr>
              <a:srgbClr val="FF9900"/>
            </a:extrusionClr>
            <a:contourClr>
              <a:srgbClr val="FF9900"/>
            </a:contourClr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flatTx/>
          </a:bodyPr>
          <a:lstStyle/>
          <a:p>
            <a:endParaRPr lang="zh-CN" altLang="en-US"/>
          </a:p>
        </p:txBody>
      </p:sp>
      <p:sp>
        <p:nvSpPr>
          <p:cNvPr id="797760" name="文本框 797759">
            <a:extLst>
              <a:ext uri="{FF2B5EF4-FFF2-40B4-BE49-F238E27FC236}">
                <a16:creationId xmlns:a16="http://schemas.microsoft.com/office/drawing/2014/main" id="{6699B797-E4F7-4E61-B44E-19FFD16B296F}"/>
              </a:ext>
            </a:extLst>
          </p:cNvPr>
          <p:cNvSpPr txBox="1"/>
          <p:nvPr/>
        </p:nvSpPr>
        <p:spPr>
          <a:xfrm>
            <a:off x="3657600" y="4375150"/>
            <a:ext cx="533400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sz="24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        </a:t>
            </a:r>
            <a:r>
              <a:rPr lang="zh-CN" altLang="en-US" sz="24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设一容器，用隔板将其隔开</a:t>
            </a:r>
            <a:r>
              <a:rPr lang="en-US" altLang="zh-CN" sz="24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. </a:t>
            </a:r>
          </a:p>
          <a:p>
            <a:pPr eaLnBrk="1" hangingPunct="1">
              <a:defRPr/>
            </a:pPr>
            <a:r>
              <a:rPr lang="zh-CN" altLang="en-US" sz="24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抽出隔板，分子向右边扩散</a:t>
            </a:r>
          </a:p>
        </p:txBody>
      </p:sp>
      <p:sp>
        <p:nvSpPr>
          <p:cNvPr id="797761" name="文本框 797760">
            <a:extLst>
              <a:ext uri="{FF2B5EF4-FFF2-40B4-BE49-F238E27FC236}">
                <a16:creationId xmlns:a16="http://schemas.microsoft.com/office/drawing/2014/main" id="{61F92A6A-D944-49CA-A9AC-EEED472D0DE6}"/>
              </a:ext>
            </a:extLst>
          </p:cNvPr>
          <p:cNvSpPr txBox="1"/>
          <p:nvPr/>
        </p:nvSpPr>
        <p:spPr>
          <a:xfrm>
            <a:off x="1835150" y="4868863"/>
            <a:ext cx="2057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24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非平衡态</a:t>
            </a:r>
          </a:p>
        </p:txBody>
      </p:sp>
      <p:sp>
        <p:nvSpPr>
          <p:cNvPr id="797762" name="文本框 797761">
            <a:extLst>
              <a:ext uri="{FF2B5EF4-FFF2-40B4-BE49-F238E27FC236}">
                <a16:creationId xmlns:a16="http://schemas.microsoft.com/office/drawing/2014/main" id="{8E957558-9BF6-4091-B8EC-6B7282E9BBC6}"/>
              </a:ext>
            </a:extLst>
          </p:cNvPr>
          <p:cNvSpPr txBox="1"/>
          <p:nvPr/>
        </p:nvSpPr>
        <p:spPr>
          <a:xfrm>
            <a:off x="811213" y="3268663"/>
            <a:ext cx="8332787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24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zh-CN" altLang="en-US" sz="24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指</a:t>
            </a:r>
            <a:r>
              <a:rPr lang="zh-CN" altLang="en-US" sz="2400" u="sng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不受外界影响</a:t>
            </a:r>
            <a:r>
              <a:rPr lang="zh-CN" altLang="en-US" sz="24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的条件下，系统宏观性质不随时间变化的状态</a:t>
            </a:r>
          </a:p>
        </p:txBody>
      </p:sp>
      <p:sp>
        <p:nvSpPr>
          <p:cNvPr id="797763" name="右箭头 797762">
            <a:extLst>
              <a:ext uri="{FF2B5EF4-FFF2-40B4-BE49-F238E27FC236}">
                <a16:creationId xmlns:a16="http://schemas.microsoft.com/office/drawing/2014/main" id="{44CABB70-852B-46BD-AE03-928D6DB3D7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4788" y="5957888"/>
            <a:ext cx="1584325" cy="165100"/>
          </a:xfrm>
          <a:prstGeom prst="rightArrow">
            <a:avLst>
              <a:gd name="adj1" fmla="val 50000"/>
              <a:gd name="adj2" fmla="val 239771"/>
            </a:avLst>
          </a:prstGeom>
          <a:noFill/>
          <a:ln w="28575">
            <a:solidFill>
              <a:srgbClr val="0066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50000"/>
              </a:spcBef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spcBef>
                <a:spcPct val="50000"/>
              </a:spcBef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spcBef>
                <a:spcPct val="50000"/>
              </a:spcBef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spcBef>
                <a:spcPct val="50000"/>
              </a:spcBef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spcBef>
                <a:spcPct val="50000"/>
              </a:spcBef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endParaRPr lang="zh-CN" altLang="en-US"/>
          </a:p>
        </p:txBody>
      </p:sp>
      <p:sp>
        <p:nvSpPr>
          <p:cNvPr id="797764" name="矩形 797763">
            <a:extLst>
              <a:ext uri="{FF2B5EF4-FFF2-40B4-BE49-F238E27FC236}">
                <a16:creationId xmlns:a16="http://schemas.microsoft.com/office/drawing/2014/main" id="{BC6640AA-9864-4BFC-BAD6-F1A2A90F4D25}"/>
              </a:ext>
            </a:extLst>
          </p:cNvPr>
          <p:cNvSpPr/>
          <p:nvPr/>
        </p:nvSpPr>
        <p:spPr>
          <a:xfrm>
            <a:off x="6846888" y="5788025"/>
            <a:ext cx="1103312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sz="240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平衡态</a:t>
            </a:r>
          </a:p>
        </p:txBody>
      </p:sp>
      <p:sp>
        <p:nvSpPr>
          <p:cNvPr id="797765" name="矩形 797764">
            <a:extLst>
              <a:ext uri="{FF2B5EF4-FFF2-40B4-BE49-F238E27FC236}">
                <a16:creationId xmlns:a16="http://schemas.microsoft.com/office/drawing/2014/main" id="{C355F43A-2C4A-4580-AA21-5A9A5862ACD6}"/>
              </a:ext>
            </a:extLst>
          </p:cNvPr>
          <p:cNvSpPr/>
          <p:nvPr/>
        </p:nvSpPr>
        <p:spPr>
          <a:xfrm>
            <a:off x="3657600" y="5788025"/>
            <a:ext cx="140970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sz="240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非平衡态</a:t>
            </a:r>
          </a:p>
        </p:txBody>
      </p:sp>
      <p:sp>
        <p:nvSpPr>
          <p:cNvPr id="797766" name="矩形 797765">
            <a:extLst>
              <a:ext uri="{FF2B5EF4-FFF2-40B4-BE49-F238E27FC236}">
                <a16:creationId xmlns:a16="http://schemas.microsoft.com/office/drawing/2014/main" id="{9CD196CC-6FED-4BE8-A729-8031FA5676D3}"/>
              </a:ext>
            </a:extLst>
          </p:cNvPr>
          <p:cNvSpPr/>
          <p:nvPr/>
        </p:nvSpPr>
        <p:spPr>
          <a:xfrm>
            <a:off x="5191125" y="5573713"/>
            <a:ext cx="1717675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20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若无外界影响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97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797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7977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797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797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797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797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6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797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797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797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79775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49"/>
                                            </p:cond>
                                          </p:stCondLst>
                                        </p:cTn>
                                        <p:tgtEl>
                                          <p:spTgt spid="797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797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1" dur="500"/>
                                        <p:tgtEl>
                                          <p:spTgt spid="7977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797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797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797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797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7702" grpId="0" bldLvl="0" animBg="1"/>
      <p:bldP spid="797703" grpId="0"/>
      <p:bldP spid="797760" grpId="0"/>
      <p:bldP spid="797761" grpId="0" build="p"/>
      <p:bldP spid="797762" grpId="0" build="p"/>
      <p:bldP spid="797764" grpId="0"/>
      <p:bldP spid="797765" grpId="0"/>
      <p:bldP spid="79776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灯片编号占位符 1">
            <a:extLst>
              <a:ext uri="{FF2B5EF4-FFF2-40B4-BE49-F238E27FC236}">
                <a16:creationId xmlns:a16="http://schemas.microsoft.com/office/drawing/2014/main" id="{9E198752-C4B1-41FA-96C5-2F41ED79ABF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50000"/>
              </a:spcBef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spcBef>
                <a:spcPct val="50000"/>
              </a:spcBef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spcBef>
                <a:spcPct val="50000"/>
              </a:spcBef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spcBef>
                <a:spcPct val="50000"/>
              </a:spcBef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spcBef>
                <a:spcPct val="50000"/>
              </a:spcBef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>
              <a:spcBef>
                <a:spcPct val="0"/>
              </a:spcBef>
            </a:pPr>
            <a:fld id="{357E6324-9326-4080-A816-5190545A40FD}" type="slidenum">
              <a:rPr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</a:pPr>
              <a:t>5</a:t>
            </a:fld>
            <a:endParaRPr lang="zh-CN" altLang="en-US" sz="1400" b="0">
              <a:ea typeface="宋体" panose="02010600030101010101" pitchFamily="2" charset="-122"/>
            </a:endParaRPr>
          </a:p>
        </p:txBody>
      </p:sp>
      <p:sp>
        <p:nvSpPr>
          <p:cNvPr id="798722" name="文本框 798721">
            <a:extLst>
              <a:ext uri="{FF2B5EF4-FFF2-40B4-BE49-F238E27FC236}">
                <a16:creationId xmlns:a16="http://schemas.microsoft.com/office/drawing/2014/main" id="{C84EE678-22EC-45B6-8DA3-328CEFF9E9B8}"/>
              </a:ext>
            </a:extLst>
          </p:cNvPr>
          <p:cNvSpPr txBox="1"/>
          <p:nvPr/>
        </p:nvSpPr>
        <p:spPr>
          <a:xfrm>
            <a:off x="755650" y="301625"/>
            <a:ext cx="6624638" cy="8239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75000"/>
              </a:lnSpc>
              <a:spcBef>
                <a:spcPct val="50000"/>
              </a:spcBef>
              <a:defRPr/>
            </a:pPr>
            <a:r>
              <a:rPr lang="zh-CN" altLang="en-US" sz="240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平衡态</a:t>
            </a:r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defRPr/>
            </a:pPr>
            <a:r>
              <a:rPr lang="zh-CN" altLang="en-US" sz="24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可用一组宏观量</a:t>
            </a:r>
            <a:r>
              <a:rPr lang="en-US" altLang="zh-CN" sz="24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24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状态参量</a:t>
            </a:r>
            <a:r>
              <a:rPr lang="en-US" altLang="zh-CN" sz="24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sz="24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来描述  如</a:t>
            </a:r>
          </a:p>
        </p:txBody>
      </p:sp>
      <p:grpSp>
        <p:nvGrpSpPr>
          <p:cNvPr id="798723" name="组合 798722">
            <a:extLst>
              <a:ext uri="{FF2B5EF4-FFF2-40B4-BE49-F238E27FC236}">
                <a16:creationId xmlns:a16="http://schemas.microsoft.com/office/drawing/2014/main" id="{7CBA4480-AFC2-4368-A1ED-1BC4F209182E}"/>
              </a:ext>
            </a:extLst>
          </p:cNvPr>
          <p:cNvGrpSpPr>
            <a:grpSpLocks/>
          </p:cNvGrpSpPr>
          <p:nvPr/>
        </p:nvGrpSpPr>
        <p:grpSpPr bwMode="auto">
          <a:xfrm>
            <a:off x="6316663" y="620713"/>
            <a:ext cx="1611312" cy="574675"/>
            <a:chOff x="4041" y="2448"/>
            <a:chExt cx="1478" cy="624"/>
          </a:xfrm>
        </p:grpSpPr>
        <p:sp>
          <p:nvSpPr>
            <p:cNvPr id="40972" name="矩形 798723">
              <a:extLst>
                <a:ext uri="{FF2B5EF4-FFF2-40B4-BE49-F238E27FC236}">
                  <a16:creationId xmlns:a16="http://schemas.microsoft.com/office/drawing/2014/main" id="{AE29400B-3890-40E5-AFDC-832ACCC468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4" y="2448"/>
              <a:ext cx="1465" cy="624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endParaRPr lang="zh-CN" altLang="en-US"/>
            </a:p>
          </p:txBody>
        </p:sp>
        <p:graphicFrame>
          <p:nvGraphicFramePr>
            <p:cNvPr id="40973" name="对象 798724">
              <a:extLst>
                <a:ext uri="{FF2B5EF4-FFF2-40B4-BE49-F238E27FC236}">
                  <a16:creationId xmlns:a16="http://schemas.microsoft.com/office/drawing/2014/main" id="{EF49110C-B261-4CDA-8B0A-9376CAEC47A7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041" y="2593"/>
            <a:ext cx="1469" cy="3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976" r:id="rId3" imgW="634680" imgH="203040" progId="Equation.3">
                    <p:embed/>
                  </p:oleObj>
                </mc:Choice>
                <mc:Fallback>
                  <p:oleObj r:id="rId3" imgW="634680" imgH="203040" progId="Equation.3">
                    <p:embed/>
                    <p:pic>
                      <p:nvPicPr>
                        <p:cNvPr id="0" name="对象 798724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41" y="2593"/>
                          <a:ext cx="1469" cy="382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FFFF00"/>
                          </a:solidFill>
                          <a:prstDash val="dash"/>
                          <a:miter lim="800000"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98727" name="文本框 798726">
            <a:extLst>
              <a:ext uri="{FF2B5EF4-FFF2-40B4-BE49-F238E27FC236}">
                <a16:creationId xmlns:a16="http://schemas.microsoft.com/office/drawing/2014/main" id="{BA780126-06F3-4C0F-B9CD-6A6AA5D78A19}"/>
              </a:ext>
            </a:extLst>
          </p:cNvPr>
          <p:cNvSpPr txBox="1"/>
          <p:nvPr/>
        </p:nvSpPr>
        <p:spPr>
          <a:xfrm>
            <a:off x="322263" y="1943100"/>
            <a:ext cx="8459787" cy="5492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25000"/>
              </a:lnSpc>
              <a:buClr>
                <a:srgbClr val="FF9900"/>
              </a:buClr>
              <a:buFont typeface="Wingdings" panose="05000000000000000000" pitchFamily="2" charset="2"/>
              <a:buChar char="ü"/>
              <a:defRPr/>
            </a:pPr>
            <a:r>
              <a:rPr lang="en-US" altLang="zh-CN" sz="240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 </a:t>
            </a:r>
            <a:r>
              <a:rPr lang="zh-CN" altLang="en-US" sz="240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无外界影响是指没有热量的传递及外界对系统作功。</a:t>
            </a:r>
          </a:p>
        </p:txBody>
      </p:sp>
      <p:sp>
        <p:nvSpPr>
          <p:cNvPr id="798728" name="文本框 798727">
            <a:extLst>
              <a:ext uri="{FF2B5EF4-FFF2-40B4-BE49-F238E27FC236}">
                <a16:creationId xmlns:a16="http://schemas.microsoft.com/office/drawing/2014/main" id="{B5291A6B-7B10-4009-8081-B652C6D661F8}"/>
              </a:ext>
            </a:extLst>
          </p:cNvPr>
          <p:cNvSpPr txBox="1"/>
          <p:nvPr/>
        </p:nvSpPr>
        <p:spPr>
          <a:xfrm>
            <a:off x="322263" y="2608263"/>
            <a:ext cx="8642350" cy="5127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15000"/>
              </a:lnSpc>
              <a:buClr>
                <a:srgbClr val="FF9900"/>
              </a:buClr>
              <a:buFont typeface="Wingdings" panose="05000000000000000000" pitchFamily="2" charset="2"/>
              <a:buChar char="ü"/>
              <a:defRPr/>
            </a:pPr>
            <a:r>
              <a:rPr lang="en-US" altLang="zh-CN" sz="240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 </a:t>
            </a:r>
            <a:r>
              <a:rPr lang="zh-CN" altLang="en-US" sz="240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平衡态是</a:t>
            </a:r>
            <a:r>
              <a:rPr lang="zh-CN" altLang="en-US" sz="2400" u="sng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宏观性质</a:t>
            </a:r>
            <a:r>
              <a:rPr lang="zh-CN" altLang="en-US" sz="240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不发生变化的状态，</a:t>
            </a:r>
            <a:endParaRPr lang="zh-CN" altLang="en-US" sz="2400" noProof="1">
              <a:solidFill>
                <a:srgbClr val="CC3300"/>
              </a:solidFill>
              <a:effectLst>
                <a:outerShdw blurRad="38100" dist="38100" dir="2700000">
                  <a:srgbClr val="C0C0C0"/>
                </a:outerShdw>
              </a:effectLst>
              <a:ea typeface="宋体" panose="02010600030101010101" pitchFamily="2" charset="-122"/>
            </a:endParaRPr>
          </a:p>
        </p:txBody>
      </p:sp>
      <p:sp>
        <p:nvSpPr>
          <p:cNvPr id="798729" name="矩形 798728">
            <a:extLst>
              <a:ext uri="{FF2B5EF4-FFF2-40B4-BE49-F238E27FC236}">
                <a16:creationId xmlns:a16="http://schemas.microsoft.com/office/drawing/2014/main" id="{55BDBB12-99E0-466B-91C1-1B13E4F31BBB}"/>
              </a:ext>
            </a:extLst>
          </p:cNvPr>
          <p:cNvSpPr/>
          <p:nvPr/>
        </p:nvSpPr>
        <p:spPr>
          <a:xfrm>
            <a:off x="681038" y="3113088"/>
            <a:ext cx="7537450" cy="512762"/>
          </a:xfrm>
          <a:prstGeom prst="rect">
            <a:avLst/>
          </a:prstGeom>
          <a:noFill/>
          <a:ln w="25400">
            <a:noFill/>
          </a:ln>
        </p:spPr>
        <p:txBody>
          <a:bodyPr wrap="none">
            <a:spAutoFit/>
          </a:bodyPr>
          <a:lstStyle/>
          <a:p>
            <a:pPr eaLnBrk="1" hangingPunct="1">
              <a:lnSpc>
                <a:spcPct val="115000"/>
              </a:lnSpc>
              <a:defRPr/>
            </a:pPr>
            <a:r>
              <a:rPr lang="zh-CN" altLang="en-US" sz="24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微观看，微观粒子仍作无规的热运动，故称</a:t>
            </a:r>
            <a:r>
              <a:rPr lang="zh-CN" altLang="en-US" sz="240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热动平衡</a:t>
            </a:r>
            <a:r>
              <a:rPr lang="zh-CN" altLang="en-US" sz="24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。</a:t>
            </a:r>
          </a:p>
        </p:txBody>
      </p:sp>
      <p:sp>
        <p:nvSpPr>
          <p:cNvPr id="798730" name="横卷形 798729">
            <a:extLst>
              <a:ext uri="{FF2B5EF4-FFF2-40B4-BE49-F238E27FC236}">
                <a16:creationId xmlns:a16="http://schemas.microsoft.com/office/drawing/2014/main" id="{018C1595-FC65-4040-9E4F-2792F5C33DBA}"/>
              </a:ext>
            </a:extLst>
          </p:cNvPr>
          <p:cNvSpPr/>
          <p:nvPr/>
        </p:nvSpPr>
        <p:spPr>
          <a:xfrm>
            <a:off x="468313" y="1196975"/>
            <a:ext cx="1366837" cy="720725"/>
          </a:xfrm>
          <a:prstGeom prst="horizontalScroll">
            <a:avLst>
              <a:gd name="adj" fmla="val 12500"/>
            </a:avLst>
          </a:prstGeom>
          <a:gradFill rotWithShape="1">
            <a:gsLst>
              <a:gs pos="0">
                <a:srgbClr val="CCFFFF">
                  <a:gamma/>
                  <a:shade val="46275"/>
                  <a:invGamma/>
                </a:srgbClr>
              </a:gs>
              <a:gs pos="50000">
                <a:srgbClr val="CCFFFF"/>
              </a:gs>
              <a:gs pos="100000">
                <a:srgbClr val="CCFFFF">
                  <a:gamma/>
                  <a:shade val="46275"/>
                  <a:invGamma/>
                </a:srgbClr>
              </a:gs>
            </a:gsLst>
            <a:lin ang="5400000" scaled="1"/>
            <a:tileRect/>
          </a:gra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 eaLnBrk="1" hangingPunct="1">
              <a:defRPr/>
            </a:pPr>
            <a:r>
              <a:rPr lang="zh-CN" altLang="en-US" sz="28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仿宋_GB2312" pitchFamily="49" charset="-122"/>
              </a:rPr>
              <a:t>说明：</a:t>
            </a:r>
          </a:p>
        </p:txBody>
      </p:sp>
      <p:sp>
        <p:nvSpPr>
          <p:cNvPr id="798731" name="矩形 798730">
            <a:extLst>
              <a:ext uri="{FF2B5EF4-FFF2-40B4-BE49-F238E27FC236}">
                <a16:creationId xmlns:a16="http://schemas.microsoft.com/office/drawing/2014/main" id="{27F59EA7-8171-44A2-BA1A-2BC9E66C3C40}"/>
              </a:ext>
            </a:extLst>
          </p:cNvPr>
          <p:cNvSpPr/>
          <p:nvPr/>
        </p:nvSpPr>
        <p:spPr>
          <a:xfrm>
            <a:off x="395288" y="4365625"/>
            <a:ext cx="8748712" cy="19177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  <a:buClr>
                <a:srgbClr val="FF6699"/>
              </a:buClr>
              <a:buFont typeface="Monotype Sorts" pitchFamily="2" charset="2"/>
              <a:buChar char="l"/>
              <a:defRPr/>
            </a:pPr>
            <a:r>
              <a:rPr lang="zh-CN" altLang="en-US" sz="2400" noProof="1"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每一时刻系统都处于平衡态</a:t>
            </a:r>
          </a:p>
          <a:p>
            <a:pPr>
              <a:spcBef>
                <a:spcPct val="50000"/>
              </a:spcBef>
              <a:buClr>
                <a:srgbClr val="FF6699"/>
              </a:buClr>
              <a:buFont typeface="Monotype Sorts" pitchFamily="2" charset="2"/>
              <a:buChar char="l"/>
              <a:defRPr/>
            </a:pPr>
            <a:r>
              <a:rPr lang="zh-CN" altLang="en-US" sz="2400" noProof="1"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实际过程的理想化</a:t>
            </a:r>
            <a:r>
              <a:rPr lang="en-US" altLang="zh-CN" sz="2400" noProof="1"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---</a:t>
            </a:r>
            <a:r>
              <a:rPr lang="zh-CN" altLang="en-US" sz="2400" noProof="1"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无限缓慢</a:t>
            </a:r>
            <a:r>
              <a:rPr lang="en-US" altLang="zh-CN" sz="2400" noProof="1"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2400" noProof="1"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准</a:t>
            </a:r>
            <a:r>
              <a:rPr lang="en-US" altLang="zh-CN" sz="2400" noProof="1"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</a:p>
          <a:p>
            <a:pPr>
              <a:spcBef>
                <a:spcPct val="50000"/>
              </a:spcBef>
              <a:buClr>
                <a:srgbClr val="FF6699"/>
              </a:buClr>
              <a:buFont typeface="Monotype Sorts" pitchFamily="2" charset="2"/>
              <a:buChar char="l"/>
              <a:defRPr/>
            </a:pPr>
            <a:r>
              <a:rPr lang="en-US" altLang="zh-CN" sz="2400" noProof="1"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lang="zh-CN" altLang="en-US" sz="2400" noProof="1"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无限缓慢”：状态变化过程时间</a:t>
            </a:r>
            <a:r>
              <a:rPr lang="en-US" altLang="zh-CN" sz="2400" noProof="1"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&gt;&gt;</a:t>
            </a:r>
            <a:r>
              <a:rPr lang="zh-CN" altLang="en-US" sz="2400" noProof="1"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驰豫时间</a:t>
            </a:r>
            <a:r>
              <a:rPr lang="en-US" altLang="zh-CN" sz="2400" noProof="1"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2400" noProof="1"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非平衡态过渡到平衡态</a:t>
            </a:r>
            <a:r>
              <a:rPr lang="en-US" altLang="zh-CN" sz="2400" noProof="1"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</a:p>
        </p:txBody>
      </p:sp>
      <p:sp>
        <p:nvSpPr>
          <p:cNvPr id="798732" name="文本框 798731">
            <a:extLst>
              <a:ext uri="{FF2B5EF4-FFF2-40B4-BE49-F238E27FC236}">
                <a16:creationId xmlns:a16="http://schemas.microsoft.com/office/drawing/2014/main" id="{688C274B-8CCD-4893-AB1D-CD0732C3E0D9}"/>
              </a:ext>
            </a:extLst>
          </p:cNvPr>
          <p:cNvSpPr txBox="1"/>
          <p:nvPr/>
        </p:nvSpPr>
        <p:spPr>
          <a:xfrm>
            <a:off x="457200" y="3773488"/>
            <a:ext cx="1306513" cy="528637"/>
          </a:xfrm>
          <a:prstGeom prst="rect">
            <a:avLst/>
          </a:prstGeom>
          <a:solidFill>
            <a:srgbClr val="CCFFFF">
              <a:alpha val="32001"/>
            </a:srgbClr>
          </a:solidFill>
          <a:ln w="9525" cap="flat" cmpd="sng">
            <a:solidFill>
              <a:srgbClr val="CC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2800" b="0" noProof="1">
                <a:solidFill>
                  <a:schemeClr val="tx1"/>
                </a:solidFill>
                <a:effectLst>
                  <a:outerShdw blurRad="38100" dist="38100" dir="2700000">
                    <a:srgbClr val="FFFFFF"/>
                  </a:outerShdw>
                </a:effectLst>
                <a:ea typeface="黑体" panose="02010609060101010101" pitchFamily="49" charset="-122"/>
              </a:rPr>
              <a:t>3.</a:t>
            </a:r>
            <a:r>
              <a:rPr lang="zh-CN" altLang="en-US" sz="2800" b="0" noProof="1">
                <a:solidFill>
                  <a:schemeClr val="tx1"/>
                </a:solidFill>
                <a:effectLst>
                  <a:outerShdw blurRad="38100" dist="38100" dir="2700000">
                    <a:srgbClr val="FFFFFF"/>
                  </a:outerShdw>
                </a:effectLst>
                <a:ea typeface="黑体" panose="02010609060101010101" pitchFamily="49" charset="-122"/>
              </a:rPr>
              <a:t>过程</a:t>
            </a:r>
          </a:p>
        </p:txBody>
      </p:sp>
      <p:sp>
        <p:nvSpPr>
          <p:cNvPr id="798733" name="文本框 798732">
            <a:extLst>
              <a:ext uri="{FF2B5EF4-FFF2-40B4-BE49-F238E27FC236}">
                <a16:creationId xmlns:a16="http://schemas.microsoft.com/office/drawing/2014/main" id="{90057501-4772-4099-9A9F-EFD905525BB2}"/>
              </a:ext>
            </a:extLst>
          </p:cNvPr>
          <p:cNvSpPr txBox="1"/>
          <p:nvPr/>
        </p:nvSpPr>
        <p:spPr>
          <a:xfrm>
            <a:off x="1905000" y="3759200"/>
            <a:ext cx="24384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2800" b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准静态过程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98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98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98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798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798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798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798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798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7987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8" dur="500"/>
                                        <p:tgtEl>
                                          <p:spTgt spid="798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3" dur="500"/>
                                        <p:tgtEl>
                                          <p:spTgt spid="798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8" dur="500"/>
                                        <p:tgtEl>
                                          <p:spTgt spid="798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722" grpId="0"/>
      <p:bldP spid="798727" grpId="0"/>
      <p:bldP spid="798728" grpId="0"/>
      <p:bldP spid="798729" grpId="0"/>
      <p:bldP spid="798730" grpId="0" animBg="1"/>
      <p:bldP spid="798731" grpId="0" build="p"/>
      <p:bldP spid="798732" grpId="0" bldLvl="0" animBg="1"/>
      <p:bldP spid="79873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灯片编号占位符 1">
            <a:extLst>
              <a:ext uri="{FF2B5EF4-FFF2-40B4-BE49-F238E27FC236}">
                <a16:creationId xmlns:a16="http://schemas.microsoft.com/office/drawing/2014/main" id="{2AE3F1FB-375E-4B05-9E51-11D100DF068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50000"/>
              </a:spcBef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spcBef>
                <a:spcPct val="50000"/>
              </a:spcBef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spcBef>
                <a:spcPct val="50000"/>
              </a:spcBef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spcBef>
                <a:spcPct val="50000"/>
              </a:spcBef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spcBef>
                <a:spcPct val="50000"/>
              </a:spcBef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>
              <a:spcBef>
                <a:spcPct val="0"/>
              </a:spcBef>
            </a:pPr>
            <a:fld id="{8153FD95-19D6-4315-90AA-86374B293043}" type="slidenum">
              <a:rPr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</a:pPr>
              <a:t>6</a:t>
            </a:fld>
            <a:endParaRPr lang="zh-CN" altLang="en-US" sz="1400" b="0">
              <a:ea typeface="宋体" panose="02010600030101010101" pitchFamily="2" charset="-122"/>
            </a:endParaRPr>
          </a:p>
        </p:txBody>
      </p:sp>
      <p:sp>
        <p:nvSpPr>
          <p:cNvPr id="805891" name="矩形 805890">
            <a:extLst>
              <a:ext uri="{FF2B5EF4-FFF2-40B4-BE49-F238E27FC236}">
                <a16:creationId xmlns:a16="http://schemas.microsoft.com/office/drawing/2014/main" id="{852F0BAF-6525-40CF-BD9A-9897B603674F}"/>
              </a:ext>
            </a:extLst>
          </p:cNvPr>
          <p:cNvSpPr/>
          <p:nvPr/>
        </p:nvSpPr>
        <p:spPr>
          <a:xfrm>
            <a:off x="3348038" y="1030288"/>
            <a:ext cx="2765425" cy="4572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2400" noProof="1"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过程时间 </a:t>
            </a:r>
            <a:r>
              <a:rPr lang="en-US" altLang="zh-CN" sz="2400" baseline="-25000" noProof="1"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~</a:t>
            </a:r>
            <a:r>
              <a:rPr lang="en-US" altLang="zh-CN" sz="2400" noProof="1"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1 </a:t>
            </a:r>
            <a:r>
              <a:rPr lang="zh-CN" altLang="en-US" sz="2400" noProof="1"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秒</a:t>
            </a:r>
          </a:p>
        </p:txBody>
      </p:sp>
      <p:grpSp>
        <p:nvGrpSpPr>
          <p:cNvPr id="805892" name="组合 805891">
            <a:extLst>
              <a:ext uri="{FF2B5EF4-FFF2-40B4-BE49-F238E27FC236}">
                <a16:creationId xmlns:a16="http://schemas.microsoft.com/office/drawing/2014/main" id="{46D97F6D-69F7-4AB4-A2C5-C589ADC2F297}"/>
              </a:ext>
            </a:extLst>
          </p:cNvPr>
          <p:cNvGrpSpPr>
            <a:grpSpLocks/>
          </p:cNvGrpSpPr>
          <p:nvPr/>
        </p:nvGrpSpPr>
        <p:grpSpPr bwMode="auto">
          <a:xfrm>
            <a:off x="3402013" y="1822450"/>
            <a:ext cx="2286000" cy="822325"/>
            <a:chOff x="3648" y="2544"/>
            <a:chExt cx="1440" cy="518"/>
          </a:xfrm>
        </p:grpSpPr>
        <p:graphicFrame>
          <p:nvGraphicFramePr>
            <p:cNvPr id="42033" name="对象 805892">
              <a:extLst>
                <a:ext uri="{FF2B5EF4-FFF2-40B4-BE49-F238E27FC236}">
                  <a16:creationId xmlns:a16="http://schemas.microsoft.com/office/drawing/2014/main" id="{FD3539EE-D9EF-4EFF-92D1-6E857708FBFE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416" y="2640"/>
            <a:ext cx="672" cy="3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056" r:id="rId3" imgW="418973" imgH="219211" progId="Equation.3">
                    <p:embed/>
                  </p:oleObj>
                </mc:Choice>
                <mc:Fallback>
                  <p:oleObj r:id="rId3" imgW="418973" imgH="219211" progId="Equation.3">
                    <p:embed/>
                    <p:pic>
                      <p:nvPicPr>
                        <p:cNvPr id="0" name="对象 805892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16" y="2640"/>
                          <a:ext cx="672" cy="3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05894" name="文本框 805893">
              <a:extLst>
                <a:ext uri="{FF2B5EF4-FFF2-40B4-BE49-F238E27FC236}">
                  <a16:creationId xmlns:a16="http://schemas.microsoft.com/office/drawing/2014/main" id="{E743E26D-5C4F-4EE6-88EE-3FCC0D863C13}"/>
                </a:ext>
              </a:extLst>
            </p:cNvPr>
            <p:cNvSpPr txBox="1"/>
            <p:nvPr/>
          </p:nvSpPr>
          <p:spPr>
            <a:xfrm>
              <a:off x="3648" y="2544"/>
              <a:ext cx="624" cy="518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zh-CN" altLang="en-US" sz="2400" noProof="1">
                  <a:effectLst>
                    <a:outerShdw blurRad="38100" dist="38100" dir="2700000">
                      <a:srgbClr val="C0C0C0"/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</a:rPr>
                <a:t>驰豫时间</a:t>
              </a:r>
            </a:p>
          </p:txBody>
        </p:sp>
        <p:sp>
          <p:nvSpPr>
            <p:cNvPr id="805895" name="文本框 805894">
              <a:extLst>
                <a:ext uri="{FF2B5EF4-FFF2-40B4-BE49-F238E27FC236}">
                  <a16:creationId xmlns:a16="http://schemas.microsoft.com/office/drawing/2014/main" id="{EA986208-E498-47D9-A083-320C5A357896}"/>
                </a:ext>
              </a:extLst>
            </p:cNvPr>
            <p:cNvSpPr txBox="1"/>
            <p:nvPr/>
          </p:nvSpPr>
          <p:spPr>
            <a:xfrm>
              <a:off x="4032" y="2688"/>
              <a:ext cx="672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/>
              <a:r>
                <a:rPr lang="zh-CN" altLang="zh-CN" sz="2400" noProof="1"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&lt;</a:t>
              </a:r>
            </a:p>
          </p:txBody>
        </p:sp>
      </p:grpSp>
      <p:sp>
        <p:nvSpPr>
          <p:cNvPr id="805896" name="矩形 805895">
            <a:extLst>
              <a:ext uri="{FF2B5EF4-FFF2-40B4-BE49-F238E27FC236}">
                <a16:creationId xmlns:a16="http://schemas.microsoft.com/office/drawing/2014/main" id="{C5510B6C-F451-48FD-B7E0-E46F11F897B8}"/>
              </a:ext>
            </a:extLst>
          </p:cNvPr>
          <p:cNvSpPr/>
          <p:nvPr/>
        </p:nvSpPr>
        <p:spPr>
          <a:xfrm>
            <a:off x="323850" y="2908300"/>
            <a:ext cx="3848100" cy="592138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ctr"/>
          <a:lstStyle>
            <a:lvl1pPr marL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u="none" kern="1200" baseline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algn="l">
              <a:buFont typeface="Monotype Sorts" pitchFamily="2" charset="2"/>
              <a:buNone/>
              <a:defRPr/>
            </a:pPr>
            <a:r>
              <a:rPr lang="zh-CN" altLang="en-US" sz="24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</a:rPr>
              <a:t>例</a:t>
            </a:r>
            <a:r>
              <a:rPr lang="en-US" altLang="zh-CN" sz="24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</a:rPr>
              <a:t>2   </a:t>
            </a:r>
            <a:r>
              <a:rPr lang="zh-CN" altLang="en-US" sz="24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</a:rPr>
              <a:t>准静态传热</a:t>
            </a:r>
          </a:p>
        </p:txBody>
      </p:sp>
      <p:grpSp>
        <p:nvGrpSpPr>
          <p:cNvPr id="805897" name="组合 805896">
            <a:extLst>
              <a:ext uri="{FF2B5EF4-FFF2-40B4-BE49-F238E27FC236}">
                <a16:creationId xmlns:a16="http://schemas.microsoft.com/office/drawing/2014/main" id="{44E4F598-9536-4CE6-9178-7EE6FBAB8006}"/>
              </a:ext>
            </a:extLst>
          </p:cNvPr>
          <p:cNvGrpSpPr>
            <a:grpSpLocks/>
          </p:cNvGrpSpPr>
          <p:nvPr/>
        </p:nvGrpSpPr>
        <p:grpSpPr bwMode="auto">
          <a:xfrm>
            <a:off x="1054100" y="3435350"/>
            <a:ext cx="5102225" cy="785813"/>
            <a:chOff x="528" y="672"/>
            <a:chExt cx="4494" cy="624"/>
          </a:xfrm>
        </p:grpSpPr>
        <p:grpSp>
          <p:nvGrpSpPr>
            <p:cNvPr id="42025" name="组合 805897">
              <a:extLst>
                <a:ext uri="{FF2B5EF4-FFF2-40B4-BE49-F238E27FC236}">
                  <a16:creationId xmlns:a16="http://schemas.microsoft.com/office/drawing/2014/main" id="{737A65D7-8055-4A71-A06A-5206BFDA385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32" y="720"/>
              <a:ext cx="990" cy="576"/>
              <a:chOff x="4080" y="768"/>
              <a:chExt cx="912" cy="528"/>
            </a:xfrm>
          </p:grpSpPr>
          <p:sp>
            <p:nvSpPr>
              <p:cNvPr id="42031" name="矩形 805898">
                <a:extLst>
                  <a:ext uri="{FF2B5EF4-FFF2-40B4-BE49-F238E27FC236}">
                    <a16:creationId xmlns:a16="http://schemas.microsoft.com/office/drawing/2014/main" id="{672FB358-9E47-4A50-8322-132786D17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80" y="768"/>
                <a:ext cx="912" cy="5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50000"/>
                  </a:spcBef>
                  <a:defRPr sz="3200" b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1pPr>
                <a:lvl2pPr marL="742950" indent="-285750">
                  <a:spcBef>
                    <a:spcPct val="50000"/>
                  </a:spcBef>
                  <a:defRPr sz="3200" b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2pPr>
                <a:lvl3pPr marL="1143000" indent="-228600">
                  <a:spcBef>
                    <a:spcPct val="50000"/>
                  </a:spcBef>
                  <a:defRPr sz="3200" b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3pPr>
                <a:lvl4pPr marL="1600200" indent="-228600">
                  <a:spcBef>
                    <a:spcPct val="50000"/>
                  </a:spcBef>
                  <a:defRPr sz="3200" b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4pPr>
                <a:lvl5pPr marL="2057400" indent="-228600">
                  <a:spcBef>
                    <a:spcPct val="50000"/>
                  </a:spcBef>
                  <a:defRPr sz="3200" b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3200" b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3200" b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3200" b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3200" b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9pPr>
              </a:lstStyle>
              <a:p>
                <a:endParaRPr lang="zh-CN" altLang="en-US"/>
              </a:p>
            </p:txBody>
          </p:sp>
          <p:graphicFrame>
            <p:nvGraphicFramePr>
              <p:cNvPr id="42032" name="对象 805899">
                <a:extLst>
                  <a:ext uri="{FF2B5EF4-FFF2-40B4-BE49-F238E27FC236}">
                    <a16:creationId xmlns:a16="http://schemas.microsoft.com/office/drawing/2014/main" id="{F1D46789-65D4-44A6-90B6-2274274177A5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4272" y="816"/>
              <a:ext cx="381" cy="40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2057" r:id="rId5" imgW="152298" imgH="209414" progId="Equation.3">
                      <p:embed/>
                    </p:oleObj>
                  </mc:Choice>
                  <mc:Fallback>
                    <p:oleObj r:id="rId5" imgW="152298" imgH="209414" progId="Equation.3">
                      <p:embed/>
                      <p:pic>
                        <p:nvPicPr>
                          <p:cNvPr id="0" name="对象 805899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72" y="816"/>
                            <a:ext cx="381" cy="40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42026" name="右箭头 805900">
              <a:extLst>
                <a:ext uri="{FF2B5EF4-FFF2-40B4-BE49-F238E27FC236}">
                  <a16:creationId xmlns:a16="http://schemas.microsoft.com/office/drawing/2014/main" id="{72A31CE5-DF22-488C-9A9F-5543EA8D47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1008"/>
              <a:ext cx="2242" cy="144"/>
            </a:xfrm>
            <a:prstGeom prst="rightArrow">
              <a:avLst>
                <a:gd name="adj1" fmla="val 50000"/>
                <a:gd name="adj2" fmla="val 389020"/>
              </a:avLst>
            </a:prstGeom>
            <a:solidFill>
              <a:srgbClr val="66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05902" name="文本框 805901">
              <a:extLst>
                <a:ext uri="{FF2B5EF4-FFF2-40B4-BE49-F238E27FC236}">
                  <a16:creationId xmlns:a16="http://schemas.microsoft.com/office/drawing/2014/main" id="{86AA3B62-706B-44FF-9183-7ED633CEECEC}"/>
                </a:ext>
              </a:extLst>
            </p:cNvPr>
            <p:cNvSpPr txBox="1"/>
            <p:nvPr/>
          </p:nvSpPr>
          <p:spPr>
            <a:xfrm>
              <a:off x="1872" y="672"/>
              <a:ext cx="1772" cy="36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zh-CN" altLang="en-US" sz="2400" noProof="1">
                  <a:effectLst>
                    <a:outerShdw blurRad="38100" dist="38100" dir="2700000">
                      <a:srgbClr val="C0C0C0"/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</a:rPr>
                <a:t>非静态过程</a:t>
              </a:r>
            </a:p>
          </p:txBody>
        </p:sp>
        <p:grpSp>
          <p:nvGrpSpPr>
            <p:cNvPr id="42028" name="组合 805902">
              <a:extLst>
                <a:ext uri="{FF2B5EF4-FFF2-40B4-BE49-F238E27FC236}">
                  <a16:creationId xmlns:a16="http://schemas.microsoft.com/office/drawing/2014/main" id="{855ACA90-9783-48EF-AC78-D3482BE40F1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8" y="720"/>
              <a:ext cx="938" cy="528"/>
              <a:chOff x="528" y="672"/>
              <a:chExt cx="864" cy="528"/>
            </a:xfrm>
          </p:grpSpPr>
          <p:sp>
            <p:nvSpPr>
              <p:cNvPr id="42029" name="矩形 805903">
                <a:extLst>
                  <a:ext uri="{FF2B5EF4-FFF2-40B4-BE49-F238E27FC236}">
                    <a16:creationId xmlns:a16="http://schemas.microsoft.com/office/drawing/2014/main" id="{BF6EB188-B799-4DDF-BF2A-EF9744F313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8" y="672"/>
                <a:ext cx="864" cy="5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50000"/>
                  </a:spcBef>
                  <a:defRPr sz="3200" b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1pPr>
                <a:lvl2pPr marL="742950" indent="-285750">
                  <a:spcBef>
                    <a:spcPct val="50000"/>
                  </a:spcBef>
                  <a:defRPr sz="3200" b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2pPr>
                <a:lvl3pPr marL="1143000" indent="-228600">
                  <a:spcBef>
                    <a:spcPct val="50000"/>
                  </a:spcBef>
                  <a:defRPr sz="3200" b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3pPr>
                <a:lvl4pPr marL="1600200" indent="-228600">
                  <a:spcBef>
                    <a:spcPct val="50000"/>
                  </a:spcBef>
                  <a:defRPr sz="3200" b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4pPr>
                <a:lvl5pPr marL="2057400" indent="-228600">
                  <a:spcBef>
                    <a:spcPct val="50000"/>
                  </a:spcBef>
                  <a:defRPr sz="3200" b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3200" b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3200" b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3200" b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3200" b="1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9pPr>
              </a:lstStyle>
              <a:p>
                <a:endParaRPr lang="zh-CN" altLang="en-US"/>
              </a:p>
            </p:txBody>
          </p:sp>
          <p:graphicFrame>
            <p:nvGraphicFramePr>
              <p:cNvPr id="42030" name="对象 805904">
                <a:extLst>
                  <a:ext uri="{FF2B5EF4-FFF2-40B4-BE49-F238E27FC236}">
                    <a16:creationId xmlns:a16="http://schemas.microsoft.com/office/drawing/2014/main" id="{00CDAD38-F3F5-4131-9EB7-A49A6BBFBA07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720" y="720"/>
              <a:ext cx="576" cy="39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2058" r:id="rId7" imgW="142818" imgH="209414" progId="Equation.3">
                      <p:embed/>
                    </p:oleObj>
                  </mc:Choice>
                  <mc:Fallback>
                    <p:oleObj r:id="rId7" imgW="142818" imgH="209414" progId="Equation.3">
                      <p:embed/>
                      <p:pic>
                        <p:nvPicPr>
                          <p:cNvPr id="0" name="对象 805904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20" y="720"/>
                            <a:ext cx="576" cy="39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aphicFrame>
        <p:nvGraphicFramePr>
          <p:cNvPr id="805906" name="对象 805905">
            <a:extLst>
              <a:ext uri="{FF2B5EF4-FFF2-40B4-BE49-F238E27FC236}">
                <a16:creationId xmlns:a16="http://schemas.microsoft.com/office/drawing/2014/main" id="{0947D0B1-634A-4E91-9AD2-6E15327EF89B}"/>
              </a:ext>
            </a:extLst>
          </p:cNvPr>
          <p:cNvGraphicFramePr>
            <a:graphicFrameLocks/>
          </p:cNvGraphicFramePr>
          <p:nvPr/>
        </p:nvGraphicFramePr>
        <p:xfrm>
          <a:off x="6011863" y="3584575"/>
          <a:ext cx="1839912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59" r:id="rId9" imgW="838251" imgH="209414" progId="Equation.3">
                  <p:embed/>
                </p:oleObj>
              </mc:Choice>
              <mc:Fallback>
                <p:oleObj r:id="rId9" imgW="838251" imgH="209414" progId="Equation.3">
                  <p:embed/>
                  <p:pic>
                    <p:nvPicPr>
                      <p:cNvPr id="0" name="对象 805905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1863" y="3584575"/>
                        <a:ext cx="1839912" cy="56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5907" name="矩形 805906">
            <a:extLst>
              <a:ext uri="{FF2B5EF4-FFF2-40B4-BE49-F238E27FC236}">
                <a16:creationId xmlns:a16="http://schemas.microsoft.com/office/drawing/2014/main" id="{9F6B72D9-2F93-4757-87BD-256611F298A9}"/>
              </a:ext>
            </a:extLst>
          </p:cNvPr>
          <p:cNvSpPr/>
          <p:nvPr/>
        </p:nvSpPr>
        <p:spPr>
          <a:xfrm>
            <a:off x="252413" y="166688"/>
            <a:ext cx="5256212" cy="4572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  <a:buFont typeface="Monotype Sorts" pitchFamily="2" charset="2"/>
              <a:buNone/>
              <a:defRPr/>
            </a:pPr>
            <a:r>
              <a:rPr lang="zh-CN" altLang="en-US" sz="24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4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1   </a:t>
            </a:r>
            <a:r>
              <a:rPr lang="zh-CN" altLang="en-US" sz="24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气体的准静态压缩</a:t>
            </a:r>
          </a:p>
        </p:txBody>
      </p:sp>
      <p:grpSp>
        <p:nvGrpSpPr>
          <p:cNvPr id="805992" name="组合 805991">
            <a:extLst>
              <a:ext uri="{FF2B5EF4-FFF2-40B4-BE49-F238E27FC236}">
                <a16:creationId xmlns:a16="http://schemas.microsoft.com/office/drawing/2014/main" id="{F0C3F44B-4494-42EA-A030-4F73D74D6722}"/>
              </a:ext>
            </a:extLst>
          </p:cNvPr>
          <p:cNvGrpSpPr>
            <a:grpSpLocks/>
          </p:cNvGrpSpPr>
          <p:nvPr/>
        </p:nvGrpSpPr>
        <p:grpSpPr bwMode="auto">
          <a:xfrm>
            <a:off x="323850" y="669925"/>
            <a:ext cx="2952750" cy="1946275"/>
            <a:chOff x="5375" y="1797"/>
            <a:chExt cx="2208" cy="1498"/>
          </a:xfrm>
        </p:grpSpPr>
        <p:sp>
          <p:nvSpPr>
            <p:cNvPr id="2" name="矩形 805992">
              <a:extLst>
                <a:ext uri="{FF2B5EF4-FFF2-40B4-BE49-F238E27FC236}">
                  <a16:creationId xmlns:a16="http://schemas.microsoft.com/office/drawing/2014/main" id="{691B2F57-9ED3-4841-BBD7-35C48FA517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" y="2584"/>
              <a:ext cx="318" cy="145"/>
            </a:xfrm>
            <a:prstGeom prst="rect">
              <a:avLst/>
            </a:prstGeom>
            <a:gradFill rotWithShape="0">
              <a:gsLst>
                <a:gs pos="0">
                  <a:srgbClr val="993366"/>
                </a:gs>
                <a:gs pos="100000">
                  <a:schemeClr val="bg1"/>
                </a:gs>
              </a:gsLst>
              <a:lin ang="5400000" scaled="1"/>
            </a:gradFill>
            <a:ln w="9525">
              <a:solidFill>
                <a:srgbClr val="993366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05994" name="矩形 805993">
              <a:extLst>
                <a:ext uri="{FF2B5EF4-FFF2-40B4-BE49-F238E27FC236}">
                  <a16:creationId xmlns:a16="http://schemas.microsoft.com/office/drawing/2014/main" id="{47F7D5B2-9959-4298-8E43-5E047EF10176}"/>
                </a:ext>
              </a:extLst>
            </p:cNvPr>
            <p:cNvSpPr/>
            <p:nvPr/>
          </p:nvSpPr>
          <p:spPr>
            <a:xfrm>
              <a:off x="6583" y="2190"/>
              <a:ext cx="152" cy="959"/>
            </a:xfrm>
            <a:prstGeom prst="rect">
              <a:avLst/>
            </a:prstGeom>
            <a:gradFill rotWithShape="0">
              <a:gsLst>
                <a:gs pos="0">
                  <a:srgbClr val="003366"/>
                </a:gs>
                <a:gs pos="100000">
                  <a:schemeClr val="bg1"/>
                </a:gs>
              </a:gsLst>
              <a:lin ang="5400000" scaled="1"/>
              <a:tileRect/>
            </a:gradFill>
            <a:ln w="9525" cap="flat" cmpd="sng">
              <a:solidFill>
                <a:srgbClr val="000066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 eaLnBrk="1" hangingPunct="1">
                <a:defRPr/>
              </a:pPr>
              <a:endParaRPr sz="2000" i="1" noProof="1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endParaRPr>
            </a:p>
          </p:txBody>
        </p:sp>
        <p:sp>
          <p:nvSpPr>
            <p:cNvPr id="42019" name="矩形 805994">
              <a:extLst>
                <a:ext uri="{FF2B5EF4-FFF2-40B4-BE49-F238E27FC236}">
                  <a16:creationId xmlns:a16="http://schemas.microsoft.com/office/drawing/2014/main" id="{4CB7A136-2D4E-414C-897E-958BEAF010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9" y="2191"/>
              <a:ext cx="1056" cy="960"/>
            </a:xfrm>
            <a:prstGeom prst="rect">
              <a:avLst/>
            </a:prstGeom>
            <a:blipFill dpi="0" rotWithShape="0">
              <a:blip r:embed="rId11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2020" name="矩形 805995">
              <a:extLst>
                <a:ext uri="{FF2B5EF4-FFF2-40B4-BE49-F238E27FC236}">
                  <a16:creationId xmlns:a16="http://schemas.microsoft.com/office/drawing/2014/main" id="{03AA5308-23D3-4863-9B58-9AAB5B02BC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27" y="2584"/>
              <a:ext cx="318" cy="145"/>
            </a:xfrm>
            <a:prstGeom prst="rect">
              <a:avLst/>
            </a:prstGeom>
            <a:gradFill rotWithShape="0">
              <a:gsLst>
                <a:gs pos="0">
                  <a:srgbClr val="993366"/>
                </a:gs>
                <a:gs pos="100000">
                  <a:schemeClr val="bg1"/>
                </a:gs>
              </a:gsLst>
              <a:lin ang="5400000" scaled="1"/>
            </a:gradFill>
            <a:ln w="9525">
              <a:solidFill>
                <a:srgbClr val="993366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" name="任意多边形 805996">
              <a:extLst>
                <a:ext uri="{FF2B5EF4-FFF2-40B4-BE49-F238E27FC236}">
                  <a16:creationId xmlns:a16="http://schemas.microsoft.com/office/drawing/2014/main" id="{46E35F01-26C7-4CFF-8A61-B45D6275FD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75" y="2047"/>
              <a:ext cx="2208" cy="1248"/>
            </a:xfrm>
            <a:custGeom>
              <a:avLst/>
              <a:gdLst>
                <a:gd name="T0" fmla="*/ 0 w 2208"/>
                <a:gd name="T1" fmla="*/ 0 h 1248"/>
                <a:gd name="T2" fmla="*/ 2208 w 2208"/>
                <a:gd name="T3" fmla="*/ 0 h 1248"/>
                <a:gd name="T4" fmla="*/ 2208 w 2208"/>
                <a:gd name="T5" fmla="*/ 144 h 1248"/>
                <a:gd name="T6" fmla="*/ 144 w 2208"/>
                <a:gd name="T7" fmla="*/ 144 h 1248"/>
                <a:gd name="T8" fmla="*/ 144 w 2208"/>
                <a:gd name="T9" fmla="*/ 1104 h 1248"/>
                <a:gd name="T10" fmla="*/ 2208 w 2208"/>
                <a:gd name="T11" fmla="*/ 1104 h 1248"/>
                <a:gd name="T12" fmla="*/ 2208 w 2208"/>
                <a:gd name="T13" fmla="*/ 1248 h 1248"/>
                <a:gd name="T14" fmla="*/ 0 w 2208"/>
                <a:gd name="T15" fmla="*/ 1248 h 1248"/>
                <a:gd name="T16" fmla="*/ 0 w 2208"/>
                <a:gd name="T17" fmla="*/ 0 h 124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208" h="1248">
                  <a:moveTo>
                    <a:pt x="0" y="0"/>
                  </a:moveTo>
                  <a:lnTo>
                    <a:pt x="2208" y="0"/>
                  </a:lnTo>
                  <a:lnTo>
                    <a:pt x="2208" y="144"/>
                  </a:lnTo>
                  <a:lnTo>
                    <a:pt x="144" y="144"/>
                  </a:lnTo>
                  <a:lnTo>
                    <a:pt x="144" y="1104"/>
                  </a:lnTo>
                  <a:lnTo>
                    <a:pt x="2208" y="1104"/>
                  </a:lnTo>
                  <a:lnTo>
                    <a:pt x="2208" y="1248"/>
                  </a:lnTo>
                  <a:lnTo>
                    <a:pt x="0" y="1248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12"/>
              <a:srcRect/>
              <a:tile tx="0" ty="0" sx="100000" sy="100000" flip="none" algn="tl"/>
            </a:blipFill>
            <a:ln w="9525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5998" name="矩形 805997">
              <a:extLst>
                <a:ext uri="{FF2B5EF4-FFF2-40B4-BE49-F238E27FC236}">
                  <a16:creationId xmlns:a16="http://schemas.microsoft.com/office/drawing/2014/main" id="{BA94263D-364C-4EC8-AB49-46CB1FD9E6B6}"/>
                </a:ext>
              </a:extLst>
            </p:cNvPr>
            <p:cNvSpPr/>
            <p:nvPr/>
          </p:nvSpPr>
          <p:spPr>
            <a:xfrm>
              <a:off x="7092" y="2187"/>
              <a:ext cx="154" cy="960"/>
            </a:xfrm>
            <a:prstGeom prst="rect">
              <a:avLst/>
            </a:prstGeom>
            <a:gradFill rotWithShape="0">
              <a:gsLst>
                <a:gs pos="0">
                  <a:srgbClr val="003366"/>
                </a:gs>
                <a:gs pos="100000">
                  <a:schemeClr val="bg1"/>
                </a:gs>
              </a:gsLst>
              <a:lin ang="5400000" scaled="1"/>
              <a:tileRect/>
            </a:gradFill>
            <a:ln w="9525" cap="flat" cmpd="sng">
              <a:solidFill>
                <a:srgbClr val="000066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 eaLnBrk="1" hangingPunct="1">
                <a:defRPr/>
              </a:pPr>
              <a:endParaRPr sz="2000" i="1" noProof="1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endParaRPr>
            </a:p>
          </p:txBody>
        </p:sp>
        <p:sp>
          <p:nvSpPr>
            <p:cNvPr id="805999" name="文本框 805998">
              <a:extLst>
                <a:ext uri="{FF2B5EF4-FFF2-40B4-BE49-F238E27FC236}">
                  <a16:creationId xmlns:a16="http://schemas.microsoft.com/office/drawing/2014/main" id="{7A4DA9AA-FAF2-49BB-8A35-86ADFB8D80B5}"/>
                </a:ext>
              </a:extLst>
            </p:cNvPr>
            <p:cNvSpPr txBox="1"/>
            <p:nvPr/>
          </p:nvSpPr>
          <p:spPr>
            <a:xfrm>
              <a:off x="6540" y="1797"/>
              <a:ext cx="406" cy="35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b="0" noProof="1">
                  <a:solidFill>
                    <a:srgbClr val="000066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806000" name="文本框 805999">
              <a:extLst>
                <a:ext uri="{FF2B5EF4-FFF2-40B4-BE49-F238E27FC236}">
                  <a16:creationId xmlns:a16="http://schemas.microsoft.com/office/drawing/2014/main" id="{E25C7FAE-D817-4FFC-9A95-967331EC0709}"/>
                </a:ext>
              </a:extLst>
            </p:cNvPr>
            <p:cNvSpPr txBox="1"/>
            <p:nvPr/>
          </p:nvSpPr>
          <p:spPr>
            <a:xfrm>
              <a:off x="7084" y="1797"/>
              <a:ext cx="407" cy="35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b="0" noProof="1">
                  <a:solidFill>
                    <a:srgbClr val="000066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ea typeface="宋体" panose="02010600030101010101" pitchFamily="2" charset="-122"/>
                </a:rPr>
                <a:t>1</a:t>
              </a:r>
            </a:p>
          </p:txBody>
        </p:sp>
      </p:grpSp>
      <p:sp>
        <p:nvSpPr>
          <p:cNvPr id="806001" name="矩形 806000">
            <a:extLst>
              <a:ext uri="{FF2B5EF4-FFF2-40B4-BE49-F238E27FC236}">
                <a16:creationId xmlns:a16="http://schemas.microsoft.com/office/drawing/2014/main" id="{B1406A58-41F8-4E23-9636-8636B318AF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4365625"/>
            <a:ext cx="1287463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50000"/>
              </a:spcBef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spcBef>
                <a:spcPct val="50000"/>
              </a:spcBef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spcBef>
                <a:spcPct val="50000"/>
              </a:spcBef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spcBef>
                <a:spcPct val="50000"/>
              </a:spcBef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spcBef>
                <a:spcPct val="50000"/>
              </a:spcBef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endParaRPr lang="zh-CN" altLang="en-US"/>
          </a:p>
        </p:txBody>
      </p:sp>
      <p:grpSp>
        <p:nvGrpSpPr>
          <p:cNvPr id="806002" name="组合 806001">
            <a:extLst>
              <a:ext uri="{FF2B5EF4-FFF2-40B4-BE49-F238E27FC236}">
                <a16:creationId xmlns:a16="http://schemas.microsoft.com/office/drawing/2014/main" id="{985E5CE7-D897-49C6-B9A3-44A3008E718D}"/>
              </a:ext>
            </a:extLst>
          </p:cNvPr>
          <p:cNvGrpSpPr>
            <a:grpSpLocks/>
          </p:cNvGrpSpPr>
          <p:nvPr/>
        </p:nvGrpSpPr>
        <p:grpSpPr bwMode="auto">
          <a:xfrm>
            <a:off x="827088" y="4479925"/>
            <a:ext cx="1222375" cy="534988"/>
            <a:chOff x="528" y="1680"/>
            <a:chExt cx="864" cy="528"/>
          </a:xfrm>
        </p:grpSpPr>
        <p:sp>
          <p:nvSpPr>
            <p:cNvPr id="42015" name="矩形 806002">
              <a:extLst>
                <a:ext uri="{FF2B5EF4-FFF2-40B4-BE49-F238E27FC236}">
                  <a16:creationId xmlns:a16="http://schemas.microsoft.com/office/drawing/2014/main" id="{692B6C38-0965-46F6-AA89-13FEEC1F44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" y="1680"/>
              <a:ext cx="864" cy="528"/>
            </a:xfrm>
            <a:prstGeom prst="rect">
              <a:avLst/>
            </a:prstGeom>
            <a:gradFill rotWithShape="1">
              <a:gsLst>
                <a:gs pos="0">
                  <a:srgbClr val="FFCC00"/>
                </a:gs>
                <a:gs pos="50000">
                  <a:srgbClr val="FFFFFF"/>
                </a:gs>
                <a:gs pos="100000">
                  <a:srgbClr val="FFCC00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endParaRPr lang="zh-CN" altLang="en-US"/>
            </a:p>
          </p:txBody>
        </p:sp>
        <p:graphicFrame>
          <p:nvGraphicFramePr>
            <p:cNvPr id="42016" name="对象 806003">
              <a:extLst>
                <a:ext uri="{FF2B5EF4-FFF2-40B4-BE49-F238E27FC236}">
                  <a16:creationId xmlns:a16="http://schemas.microsoft.com/office/drawing/2014/main" id="{6E7C1874-F19A-452B-9A64-73F874D852C8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720" y="1776"/>
            <a:ext cx="576" cy="3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060" r:id="rId13" imgW="152202" imgH="215619" progId="Equation.3">
                    <p:embed/>
                  </p:oleObj>
                </mc:Choice>
                <mc:Fallback>
                  <p:oleObj r:id="rId13" imgW="152202" imgH="215619" progId="Equation.3">
                    <p:embed/>
                    <p:pic>
                      <p:nvPicPr>
                        <p:cNvPr id="0" name="对象 806003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0" y="1776"/>
                          <a:ext cx="576" cy="3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06005" name="组合 806004">
            <a:extLst>
              <a:ext uri="{FF2B5EF4-FFF2-40B4-BE49-F238E27FC236}">
                <a16:creationId xmlns:a16="http://schemas.microsoft.com/office/drawing/2014/main" id="{1133E3D9-6C3A-4ED4-9251-4B9133B044DE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4987925"/>
            <a:ext cx="2173288" cy="874713"/>
            <a:chOff x="240" y="2208"/>
            <a:chExt cx="1536" cy="864"/>
          </a:xfrm>
        </p:grpSpPr>
        <p:sp>
          <p:nvSpPr>
            <p:cNvPr id="42017" name="矩形 806005">
              <a:extLst>
                <a:ext uri="{FF2B5EF4-FFF2-40B4-BE49-F238E27FC236}">
                  <a16:creationId xmlns:a16="http://schemas.microsoft.com/office/drawing/2014/main" id="{A9AB4F49-74D8-41D2-B9B5-143DA29AC1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" y="2208"/>
              <a:ext cx="1536" cy="864"/>
            </a:xfrm>
            <a:prstGeom prst="rect">
              <a:avLst/>
            </a:prstGeom>
            <a:gradFill rotWithShape="1">
              <a:gsLst>
                <a:gs pos="0">
                  <a:srgbClr val="99CCFF"/>
                </a:gs>
                <a:gs pos="50000">
                  <a:schemeClr val="bg1"/>
                </a:gs>
                <a:gs pos="100000">
                  <a:srgbClr val="99CCFF"/>
                </a:gs>
              </a:gsLst>
              <a:lin ang="5400000" scaled="1"/>
            </a:gradFill>
            <a:ln w="9525">
              <a:solidFill>
                <a:srgbClr val="FF9900"/>
              </a:solidFill>
              <a:prstDash val="sysDot"/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50000"/>
                </a:spcBef>
                <a:defRPr/>
              </a:pPr>
              <a:endParaRPr lang="zh-CN" altLang="en-US"/>
            </a:p>
          </p:txBody>
        </p:sp>
        <p:sp>
          <p:nvSpPr>
            <p:cNvPr id="806007" name="文本框 806006">
              <a:extLst>
                <a:ext uri="{FF2B5EF4-FFF2-40B4-BE49-F238E27FC236}">
                  <a16:creationId xmlns:a16="http://schemas.microsoft.com/office/drawing/2014/main" id="{759F8C1F-94B1-4B99-92FB-1D498BA50450}"/>
                </a:ext>
              </a:extLst>
            </p:cNvPr>
            <p:cNvSpPr txBox="1"/>
            <p:nvPr/>
          </p:nvSpPr>
          <p:spPr>
            <a:xfrm>
              <a:off x="672" y="2304"/>
              <a:ext cx="720" cy="45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zh-CN" altLang="en-US" sz="2400" noProof="1"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</a:rPr>
                <a:t>热源</a:t>
              </a:r>
            </a:p>
          </p:txBody>
        </p:sp>
        <p:graphicFrame>
          <p:nvGraphicFramePr>
            <p:cNvPr id="42014" name="对象 806007">
              <a:extLst>
                <a:ext uri="{FF2B5EF4-FFF2-40B4-BE49-F238E27FC236}">
                  <a16:creationId xmlns:a16="http://schemas.microsoft.com/office/drawing/2014/main" id="{99DEEE01-B954-4D4D-8B5B-B56E33C1044E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528" y="2674"/>
            <a:ext cx="827" cy="3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061" r:id="rId15" imgW="494656" imgH="215619" progId="Equation.3">
                    <p:embed/>
                  </p:oleObj>
                </mc:Choice>
                <mc:Fallback>
                  <p:oleObj r:id="rId15" imgW="494656" imgH="215619" progId="Equation.3">
                    <p:embed/>
                    <p:pic>
                      <p:nvPicPr>
                        <p:cNvPr id="0" name="对象 806007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8" y="2674"/>
                          <a:ext cx="827" cy="3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06009" name="组合 806008">
            <a:extLst>
              <a:ext uri="{FF2B5EF4-FFF2-40B4-BE49-F238E27FC236}">
                <a16:creationId xmlns:a16="http://schemas.microsoft.com/office/drawing/2014/main" id="{08F16063-FD00-4E7B-86D5-207134B5678F}"/>
              </a:ext>
            </a:extLst>
          </p:cNvPr>
          <p:cNvGrpSpPr>
            <a:grpSpLocks/>
          </p:cNvGrpSpPr>
          <p:nvPr/>
        </p:nvGrpSpPr>
        <p:grpSpPr bwMode="auto">
          <a:xfrm>
            <a:off x="3124200" y="4384675"/>
            <a:ext cx="2106613" cy="1409700"/>
            <a:chOff x="1968" y="1728"/>
            <a:chExt cx="1488" cy="1344"/>
          </a:xfrm>
        </p:grpSpPr>
        <p:sp>
          <p:nvSpPr>
            <p:cNvPr id="42021" name="矩形 806009">
              <a:extLst>
                <a:ext uri="{FF2B5EF4-FFF2-40B4-BE49-F238E27FC236}">
                  <a16:creationId xmlns:a16="http://schemas.microsoft.com/office/drawing/2014/main" id="{81F85391-CC78-4252-BFCA-26EE35B559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8" y="2256"/>
              <a:ext cx="1488" cy="816"/>
            </a:xfrm>
            <a:prstGeom prst="rect">
              <a:avLst/>
            </a:prstGeom>
            <a:gradFill rotWithShape="1">
              <a:gsLst>
                <a:gs pos="0">
                  <a:srgbClr val="99CCFF"/>
                </a:gs>
                <a:gs pos="50000">
                  <a:schemeClr val="bg1"/>
                </a:gs>
                <a:gs pos="100000">
                  <a:srgbClr val="99CCFF"/>
                </a:gs>
              </a:gsLst>
              <a:lin ang="5400000" scaled="1"/>
            </a:gradFill>
            <a:ln w="9525">
              <a:solidFill>
                <a:srgbClr val="FF9900"/>
              </a:solidFill>
              <a:prstDash val="sysDot"/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50000"/>
                </a:spcBef>
                <a:defRPr/>
              </a:pPr>
              <a:endParaRPr lang="zh-CN" altLang="en-US"/>
            </a:p>
          </p:txBody>
        </p:sp>
        <p:sp>
          <p:nvSpPr>
            <p:cNvPr id="806011" name="文本框 806010">
              <a:extLst>
                <a:ext uri="{FF2B5EF4-FFF2-40B4-BE49-F238E27FC236}">
                  <a16:creationId xmlns:a16="http://schemas.microsoft.com/office/drawing/2014/main" id="{04579771-B888-4B4A-98AD-B4692994FF8A}"/>
                </a:ext>
              </a:extLst>
            </p:cNvPr>
            <p:cNvSpPr txBox="1"/>
            <p:nvPr/>
          </p:nvSpPr>
          <p:spPr>
            <a:xfrm>
              <a:off x="2304" y="2256"/>
              <a:ext cx="768" cy="43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zh-CN" altLang="en-US" sz="2400" noProof="1"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</a:rPr>
                <a:t>热源</a:t>
              </a:r>
            </a:p>
          </p:txBody>
        </p:sp>
        <p:graphicFrame>
          <p:nvGraphicFramePr>
            <p:cNvPr id="42009" name="对象 806011">
              <a:extLst>
                <a:ext uri="{FF2B5EF4-FFF2-40B4-BE49-F238E27FC236}">
                  <a16:creationId xmlns:a16="http://schemas.microsoft.com/office/drawing/2014/main" id="{5278EC19-C3BD-458B-92E6-AD8F08A71822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2160" y="2640"/>
            <a:ext cx="1008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062" r:id="rId17" imgW="570757" imgH="215619" progId="Equation.3">
                    <p:embed/>
                  </p:oleObj>
                </mc:Choice>
                <mc:Fallback>
                  <p:oleObj r:id="rId17" imgW="570757" imgH="215619" progId="Equation.3">
                    <p:embed/>
                    <p:pic>
                      <p:nvPicPr>
                        <p:cNvPr id="0" name="对象 806011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60" y="2640"/>
                          <a:ext cx="1008" cy="3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2010" name="矩形 806012">
              <a:extLst>
                <a:ext uri="{FF2B5EF4-FFF2-40B4-BE49-F238E27FC236}">
                  <a16:creationId xmlns:a16="http://schemas.microsoft.com/office/drawing/2014/main" id="{6F89F47B-BDA4-4DCD-86D5-1966AD1BAD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1728"/>
              <a:ext cx="864" cy="528"/>
            </a:xfrm>
            <a:prstGeom prst="rect">
              <a:avLst/>
            </a:prstGeom>
            <a:gradFill rotWithShape="1">
              <a:gsLst>
                <a:gs pos="0">
                  <a:srgbClr val="FFCC00"/>
                </a:gs>
                <a:gs pos="50000">
                  <a:srgbClr val="FFFFFF"/>
                </a:gs>
                <a:gs pos="100000">
                  <a:srgbClr val="FFCC00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endParaRPr lang="zh-CN" altLang="en-US"/>
            </a:p>
          </p:txBody>
        </p:sp>
        <p:graphicFrame>
          <p:nvGraphicFramePr>
            <p:cNvPr id="42011" name="对象 806013">
              <a:extLst>
                <a:ext uri="{FF2B5EF4-FFF2-40B4-BE49-F238E27FC236}">
                  <a16:creationId xmlns:a16="http://schemas.microsoft.com/office/drawing/2014/main" id="{042FDE63-8CE0-4A30-9781-5E73227CB8DB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2256" y="1824"/>
            <a:ext cx="720" cy="4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063" r:id="rId19" imgW="494656" imgH="215619" progId="Equation.3">
                    <p:embed/>
                  </p:oleObj>
                </mc:Choice>
                <mc:Fallback>
                  <p:oleObj r:id="rId19" imgW="494656" imgH="215619" progId="Equation.3">
                    <p:embed/>
                    <p:pic>
                      <p:nvPicPr>
                        <p:cNvPr id="0" name="对象 806013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56" y="1824"/>
                          <a:ext cx="720" cy="40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06015" name="组合 806014">
            <a:extLst>
              <a:ext uri="{FF2B5EF4-FFF2-40B4-BE49-F238E27FC236}">
                <a16:creationId xmlns:a16="http://schemas.microsoft.com/office/drawing/2014/main" id="{E4A10E98-199E-4B26-BA9E-F5918B983DE4}"/>
              </a:ext>
            </a:extLst>
          </p:cNvPr>
          <p:cNvGrpSpPr>
            <a:grpSpLocks/>
          </p:cNvGrpSpPr>
          <p:nvPr/>
        </p:nvGrpSpPr>
        <p:grpSpPr bwMode="auto">
          <a:xfrm>
            <a:off x="6634163" y="4491038"/>
            <a:ext cx="1970087" cy="1314450"/>
            <a:chOff x="4179" y="2658"/>
            <a:chExt cx="1277" cy="919"/>
          </a:xfrm>
        </p:grpSpPr>
        <p:sp>
          <p:nvSpPr>
            <p:cNvPr id="42027" name="矩形 806015">
              <a:extLst>
                <a:ext uri="{FF2B5EF4-FFF2-40B4-BE49-F238E27FC236}">
                  <a16:creationId xmlns:a16="http://schemas.microsoft.com/office/drawing/2014/main" id="{96686E83-6457-4D14-B1CF-7E3C29CE98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9" y="3033"/>
              <a:ext cx="1277" cy="544"/>
            </a:xfrm>
            <a:prstGeom prst="rect">
              <a:avLst/>
            </a:prstGeom>
            <a:gradFill rotWithShape="1">
              <a:gsLst>
                <a:gs pos="0">
                  <a:srgbClr val="99CCFF"/>
                </a:gs>
                <a:gs pos="50000">
                  <a:schemeClr val="bg1"/>
                </a:gs>
                <a:gs pos="100000">
                  <a:srgbClr val="99CCFF"/>
                </a:gs>
              </a:gsLst>
              <a:lin ang="5400000" scaled="1"/>
            </a:gradFill>
            <a:ln w="9525">
              <a:solidFill>
                <a:srgbClr val="FF9900"/>
              </a:solidFill>
              <a:prstDash val="sysDot"/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50000"/>
                </a:spcBef>
                <a:defRPr/>
              </a:pPr>
              <a:endParaRPr lang="zh-CN" altLang="en-US"/>
            </a:p>
          </p:txBody>
        </p:sp>
        <p:sp>
          <p:nvSpPr>
            <p:cNvPr id="806017" name="文本框 806016">
              <a:extLst>
                <a:ext uri="{FF2B5EF4-FFF2-40B4-BE49-F238E27FC236}">
                  <a16:creationId xmlns:a16="http://schemas.microsoft.com/office/drawing/2014/main" id="{D4AD8318-748D-4214-8F11-2A560179E3CB}"/>
                </a:ext>
              </a:extLst>
            </p:cNvPr>
            <p:cNvSpPr txBox="1"/>
            <p:nvPr/>
          </p:nvSpPr>
          <p:spPr>
            <a:xfrm>
              <a:off x="4443" y="2999"/>
              <a:ext cx="705" cy="32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zh-CN" altLang="en-US" sz="2400" noProof="1"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</a:rPr>
                <a:t>热源</a:t>
              </a:r>
            </a:p>
          </p:txBody>
        </p:sp>
        <p:graphicFrame>
          <p:nvGraphicFramePr>
            <p:cNvPr id="42004" name="对象 806017">
              <a:extLst>
                <a:ext uri="{FF2B5EF4-FFF2-40B4-BE49-F238E27FC236}">
                  <a16:creationId xmlns:a16="http://schemas.microsoft.com/office/drawing/2014/main" id="{EC52DD74-0DAE-48BE-8370-6DB2ED944422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311" y="3271"/>
            <a:ext cx="958" cy="2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064" r:id="rId21" imgW="570757" imgH="215619" progId="Equation.3">
                    <p:embed/>
                  </p:oleObj>
                </mc:Choice>
                <mc:Fallback>
                  <p:oleObj r:id="rId21" imgW="570757" imgH="215619" progId="Equation.3">
                    <p:embed/>
                    <p:pic>
                      <p:nvPicPr>
                        <p:cNvPr id="0" name="对象 806017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11" y="3271"/>
                          <a:ext cx="958" cy="2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2005" name="矩形 806018">
              <a:extLst>
                <a:ext uri="{FF2B5EF4-FFF2-40B4-BE49-F238E27FC236}">
                  <a16:creationId xmlns:a16="http://schemas.microsoft.com/office/drawing/2014/main" id="{0BFFFF80-0B2C-472A-ABA5-6E2B307512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2" y="2658"/>
              <a:ext cx="793" cy="374"/>
            </a:xfrm>
            <a:prstGeom prst="rect">
              <a:avLst/>
            </a:prstGeom>
            <a:gradFill rotWithShape="1">
              <a:gsLst>
                <a:gs pos="0">
                  <a:srgbClr val="FFCC00"/>
                </a:gs>
                <a:gs pos="50000">
                  <a:srgbClr val="FFFFFF"/>
                </a:gs>
                <a:gs pos="100000">
                  <a:srgbClr val="FFCC00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endParaRPr lang="zh-CN" altLang="en-US"/>
            </a:p>
          </p:txBody>
        </p:sp>
        <p:graphicFrame>
          <p:nvGraphicFramePr>
            <p:cNvPr id="42006" name="对象 806019">
              <a:extLst>
                <a:ext uri="{FF2B5EF4-FFF2-40B4-BE49-F238E27FC236}">
                  <a16:creationId xmlns:a16="http://schemas.microsoft.com/office/drawing/2014/main" id="{DE02A8FA-803E-4645-8A38-9A3FDA3945D4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399" y="2659"/>
            <a:ext cx="793" cy="2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065" r:id="rId23" imgW="811743" imgH="215619" progId="Equation.3">
                    <p:embed/>
                  </p:oleObj>
                </mc:Choice>
                <mc:Fallback>
                  <p:oleObj r:id="rId23" imgW="811743" imgH="215619" progId="Equation.3">
                    <p:embed/>
                    <p:pic>
                      <p:nvPicPr>
                        <p:cNvPr id="0" name="对象 806019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99" y="2659"/>
                          <a:ext cx="793" cy="2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06021" name="直接连接符 806020">
            <a:extLst>
              <a:ext uri="{FF2B5EF4-FFF2-40B4-BE49-F238E27FC236}">
                <a16:creationId xmlns:a16="http://schemas.microsoft.com/office/drawing/2014/main" id="{3C2DA36E-CBCA-4C66-B66B-FDC2C9773744}"/>
              </a:ext>
            </a:extLst>
          </p:cNvPr>
          <p:cNvSpPr>
            <a:spLocks noChangeShapeType="1"/>
          </p:cNvSpPr>
          <p:nvPr/>
        </p:nvSpPr>
        <p:spPr bwMode="auto">
          <a:xfrm>
            <a:off x="5724525" y="5518150"/>
            <a:ext cx="698500" cy="0"/>
          </a:xfrm>
          <a:prstGeom prst="line">
            <a:avLst/>
          </a:prstGeom>
          <a:noFill/>
          <a:ln w="57150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06022" name="文本框 806021">
            <a:extLst>
              <a:ext uri="{FF2B5EF4-FFF2-40B4-BE49-F238E27FC236}">
                <a16:creationId xmlns:a16="http://schemas.microsoft.com/office/drawing/2014/main" id="{8CDB55C0-7F4F-4CCF-B9FC-164D3220570E}"/>
              </a:ext>
            </a:extLst>
          </p:cNvPr>
          <p:cNvSpPr txBox="1"/>
          <p:nvPr/>
        </p:nvSpPr>
        <p:spPr>
          <a:xfrm>
            <a:off x="5292725" y="5949950"/>
            <a:ext cx="2663825" cy="841375"/>
          </a:xfrm>
          <a:prstGeom prst="rect">
            <a:avLst/>
          </a:prstGeom>
          <a:noFill/>
          <a:ln w="19050" cap="flat" cmpd="sng">
            <a:solidFill>
              <a:srgbClr val="CC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24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整个过程</a:t>
            </a:r>
            <a:r>
              <a:rPr lang="en-US" altLang="zh-CN" sz="24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---</a:t>
            </a:r>
            <a:r>
              <a:rPr lang="zh-CN" altLang="en-US" sz="24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准静态过程</a:t>
            </a:r>
          </a:p>
        </p:txBody>
      </p:sp>
      <p:sp>
        <p:nvSpPr>
          <p:cNvPr id="806023" name="文本框 806022">
            <a:extLst>
              <a:ext uri="{FF2B5EF4-FFF2-40B4-BE49-F238E27FC236}">
                <a16:creationId xmlns:a16="http://schemas.microsoft.com/office/drawing/2014/main" id="{77745FCD-2C5B-461D-9B75-8DE6B56E60E2}"/>
              </a:ext>
            </a:extLst>
          </p:cNvPr>
          <p:cNvSpPr txBox="1"/>
          <p:nvPr/>
        </p:nvSpPr>
        <p:spPr>
          <a:xfrm>
            <a:off x="1692275" y="5949950"/>
            <a:ext cx="2743200" cy="841375"/>
          </a:xfrm>
          <a:prstGeom prst="rect">
            <a:avLst/>
          </a:prstGeom>
          <a:noFill/>
          <a:ln w="19050" cap="flat" cmpd="sng">
            <a:solidFill>
              <a:srgbClr val="CC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zh-CN" altLang="en-US" sz="24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每一微小过程</a:t>
            </a:r>
            <a:r>
              <a:rPr lang="en-US" altLang="zh-CN" sz="24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---</a:t>
            </a:r>
            <a:r>
              <a:rPr lang="zh-CN" altLang="en-US" sz="24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平衡过程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8059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805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805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805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805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1" dur="500"/>
                                        <p:tgtEl>
                                          <p:spTgt spid="805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6" dur="500"/>
                                        <p:tgtEl>
                                          <p:spTgt spid="805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1" dur="500"/>
                                        <p:tgtEl>
                                          <p:spTgt spid="806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806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806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806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0" dur="500"/>
                                        <p:tgtEl>
                                          <p:spTgt spid="806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5" dur="500"/>
                                        <p:tgtEl>
                                          <p:spTgt spid="806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806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806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5891" grpId="0"/>
      <p:bldP spid="805896" grpId="0"/>
      <p:bldP spid="805907" grpId="0" build="p"/>
      <p:bldP spid="806022" grpId="0" animBg="1"/>
      <p:bldP spid="80602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灯片编号占位符 1">
            <a:extLst>
              <a:ext uri="{FF2B5EF4-FFF2-40B4-BE49-F238E27FC236}">
                <a16:creationId xmlns:a16="http://schemas.microsoft.com/office/drawing/2014/main" id="{2DD69C1D-7B9B-4CB1-A5F2-457FB943599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50000"/>
              </a:spcBef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spcBef>
                <a:spcPct val="50000"/>
              </a:spcBef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spcBef>
                <a:spcPct val="50000"/>
              </a:spcBef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spcBef>
                <a:spcPct val="50000"/>
              </a:spcBef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spcBef>
                <a:spcPct val="50000"/>
              </a:spcBef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>
              <a:spcBef>
                <a:spcPct val="0"/>
              </a:spcBef>
            </a:pPr>
            <a:fld id="{4B5AA1A1-A98B-4D7F-8FDE-92F4AD30BE2A}" type="slidenum">
              <a:rPr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</a:pPr>
              <a:t>7</a:t>
            </a:fld>
            <a:endParaRPr lang="zh-CN" altLang="en-US" sz="1400" b="0">
              <a:ea typeface="宋体" panose="02010600030101010101" pitchFamily="2" charset="-122"/>
            </a:endParaRPr>
          </a:p>
        </p:txBody>
      </p:sp>
      <p:sp>
        <p:nvSpPr>
          <p:cNvPr id="647170" name="文本框 647169">
            <a:extLst>
              <a:ext uri="{FF2B5EF4-FFF2-40B4-BE49-F238E27FC236}">
                <a16:creationId xmlns:a16="http://schemas.microsoft.com/office/drawing/2014/main" id="{E5A3EFC5-9703-4E66-B46E-4E7BD41564D3}"/>
              </a:ext>
            </a:extLst>
          </p:cNvPr>
          <p:cNvSpPr txBox="1"/>
          <p:nvPr/>
        </p:nvSpPr>
        <p:spPr>
          <a:xfrm>
            <a:off x="468313" y="115888"/>
            <a:ext cx="4103687" cy="523220"/>
          </a:xfrm>
          <a:prstGeom prst="rect">
            <a:avLst/>
          </a:prstGeom>
          <a:gradFill rotWithShape="1">
            <a:gsLst>
              <a:gs pos="0">
                <a:srgbClr val="CC3300"/>
              </a:gs>
              <a:gs pos="50000">
                <a:srgbClr val="FFFF00"/>
              </a:gs>
              <a:gs pos="100000">
                <a:srgbClr val="CC3300"/>
              </a:gs>
            </a:gsLst>
            <a:lin ang="5400000" scaled="1"/>
            <a:tileRect/>
          </a:gradFill>
          <a:ln w="57150" cap="flat" cmpd="thinThick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28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四 、理想气体物态方程</a:t>
            </a:r>
          </a:p>
        </p:txBody>
      </p:sp>
      <p:graphicFrame>
        <p:nvGraphicFramePr>
          <p:cNvPr id="647171" name="对象 647170">
            <a:extLst>
              <a:ext uri="{FF2B5EF4-FFF2-40B4-BE49-F238E27FC236}">
                <a16:creationId xmlns:a16="http://schemas.microsoft.com/office/drawing/2014/main" id="{14DF2F55-074C-4E04-BB27-462ED44FEEF2}"/>
              </a:ext>
            </a:extLst>
          </p:cNvPr>
          <p:cNvGraphicFramePr>
            <a:graphicFrameLocks/>
          </p:cNvGraphicFramePr>
          <p:nvPr/>
        </p:nvGraphicFramePr>
        <p:xfrm>
          <a:off x="5995988" y="5508625"/>
          <a:ext cx="1698625" cy="893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46" r:id="rId3" imgW="812520" imgH="393480" progId="Equation.3">
                  <p:embed/>
                </p:oleObj>
              </mc:Choice>
              <mc:Fallback>
                <p:oleObj r:id="rId3" imgW="812520" imgH="393480" progId="Equation.3">
                  <p:embed/>
                  <p:pic>
                    <p:nvPicPr>
                      <p:cNvPr id="0" name="对象 647170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95988" y="5508625"/>
                        <a:ext cx="1698625" cy="89376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2"/>
                        </a:solidFill>
                        <a:prstDash val="dash"/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7172" name="文本框 647171">
            <a:extLst>
              <a:ext uri="{FF2B5EF4-FFF2-40B4-BE49-F238E27FC236}">
                <a16:creationId xmlns:a16="http://schemas.microsoft.com/office/drawing/2014/main" id="{53C49E53-06C6-470F-8900-1D45197381C8}"/>
              </a:ext>
            </a:extLst>
          </p:cNvPr>
          <p:cNvSpPr txBox="1"/>
          <p:nvPr/>
        </p:nvSpPr>
        <p:spPr>
          <a:xfrm>
            <a:off x="468313" y="5600700"/>
            <a:ext cx="4114800" cy="8651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lang="en-US" altLang="zh-CN" sz="2400" i="1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m</a:t>
            </a:r>
            <a:r>
              <a:rPr lang="en-US" altLang="zh-CN" sz="240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 --  </a:t>
            </a:r>
            <a:r>
              <a:rPr lang="zh-CN" altLang="en-US" sz="240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气体质量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lang="en-US" altLang="zh-CN" sz="2400" i="1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M -</a:t>
            </a:r>
            <a:r>
              <a:rPr lang="en-US" altLang="zh-CN" sz="240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-  mol</a:t>
            </a:r>
            <a:r>
              <a:rPr lang="en-US" altLang="zh-CN" sz="2400" i="1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sz="240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质量：</a:t>
            </a:r>
            <a:endParaRPr lang="zh-CN" altLang="en-US" sz="2400" noProof="1">
              <a:solidFill>
                <a:schemeClr val="tx2"/>
              </a:solidFill>
              <a:effectLst>
                <a:outerShdw blurRad="38100" dist="38100" dir="2700000">
                  <a:srgbClr val="C0C0C0"/>
                </a:outerShdw>
              </a:effectLst>
              <a:ea typeface="宋体" panose="02010600030101010101" pitchFamily="2" charset="-122"/>
            </a:endParaRPr>
          </a:p>
        </p:txBody>
      </p:sp>
      <p:sp>
        <p:nvSpPr>
          <p:cNvPr id="647174" name="文本框 647173">
            <a:extLst>
              <a:ext uri="{FF2B5EF4-FFF2-40B4-BE49-F238E27FC236}">
                <a16:creationId xmlns:a16="http://schemas.microsoft.com/office/drawing/2014/main" id="{B77AE762-B457-4202-9F36-9F432768D1F7}"/>
              </a:ext>
            </a:extLst>
          </p:cNvPr>
          <p:cNvSpPr txBox="1"/>
          <p:nvPr/>
        </p:nvSpPr>
        <p:spPr>
          <a:xfrm>
            <a:off x="6553200" y="3922713"/>
            <a:ext cx="25527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2400" i="1" noProof="1">
                <a:solidFill>
                  <a:srgbClr val="CC00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-</a:t>
            </a:r>
            <a:r>
              <a:rPr lang="en-US" altLang="zh-CN" sz="2400" noProof="1">
                <a:solidFill>
                  <a:srgbClr val="CC00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-</a:t>
            </a:r>
            <a:r>
              <a:rPr lang="zh-CN" altLang="en-US" sz="2400" noProof="1">
                <a:solidFill>
                  <a:srgbClr val="CC00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普适气体常量</a:t>
            </a:r>
          </a:p>
        </p:txBody>
      </p:sp>
      <p:sp>
        <p:nvSpPr>
          <p:cNvPr id="647176" name="文本框 647175">
            <a:extLst>
              <a:ext uri="{FF2B5EF4-FFF2-40B4-BE49-F238E27FC236}">
                <a16:creationId xmlns:a16="http://schemas.microsoft.com/office/drawing/2014/main" id="{D4712E50-4723-4615-96AF-73EC3E1F35E6}"/>
              </a:ext>
            </a:extLst>
          </p:cNvPr>
          <p:cNvSpPr txBox="1"/>
          <p:nvPr/>
        </p:nvSpPr>
        <p:spPr>
          <a:xfrm>
            <a:off x="368300" y="947738"/>
            <a:ext cx="6184900" cy="5207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280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平衡态下理想气体，任意两个状态：</a:t>
            </a:r>
            <a:endParaRPr lang="en-US" altLang="zh-CN" sz="2800" noProof="1">
              <a:solidFill>
                <a:schemeClr val="tx2"/>
              </a:solidFill>
              <a:effectLst>
                <a:outerShdw blurRad="38100" dist="38100" dir="2700000">
                  <a:srgbClr val="C0C0C0"/>
                </a:outerShdw>
              </a:effectLst>
            </a:endParaRP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E8A24D0C-B7B0-4AF5-A046-214FE1943652}"/>
              </a:ext>
            </a:extLst>
          </p:cNvPr>
          <p:cNvGraphicFramePr>
            <a:graphicFrameLocks/>
          </p:cNvGraphicFramePr>
          <p:nvPr/>
        </p:nvGraphicFramePr>
        <p:xfrm>
          <a:off x="6475413" y="808038"/>
          <a:ext cx="1565275" cy="979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47" r:id="rId5" imgW="749160" imgH="431640" progId="Equation.3">
                  <p:embed/>
                </p:oleObj>
              </mc:Choice>
              <mc:Fallback>
                <p:oleObj r:id="rId5" imgW="749160" imgH="431640" progId="Equation.3">
                  <p:embed/>
                  <p:pic>
                    <p:nvPicPr>
                      <p:cNvPr id="0" name="对象 8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5413" y="808038"/>
                        <a:ext cx="1565275" cy="979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06BDA00D-5B6A-470C-B4FD-18A5105C6FCC}"/>
              </a:ext>
            </a:extLst>
          </p:cNvPr>
          <p:cNvGraphicFramePr>
            <a:graphicFrameLocks/>
          </p:cNvGraphicFramePr>
          <p:nvPr/>
        </p:nvGraphicFramePr>
        <p:xfrm>
          <a:off x="1211263" y="1557338"/>
          <a:ext cx="1541462" cy="893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48" r:id="rId7" imgW="736560" imgH="393480" progId="Equation.3">
                  <p:embed/>
                </p:oleObj>
              </mc:Choice>
              <mc:Fallback>
                <p:oleObj r:id="rId7" imgW="736560" imgH="393480" progId="Equation.3">
                  <p:embed/>
                  <p:pic>
                    <p:nvPicPr>
                      <p:cNvPr id="0" name="对象 10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1263" y="1557338"/>
                        <a:ext cx="1541462" cy="893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20EC5632-C354-4A6A-9972-C633B396FCCE}"/>
              </a:ext>
            </a:extLst>
          </p:cNvPr>
          <p:cNvSpPr txBox="1"/>
          <p:nvPr/>
        </p:nvSpPr>
        <p:spPr>
          <a:xfrm>
            <a:off x="368300" y="2505075"/>
            <a:ext cx="2014538" cy="5222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280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标准状态：</a:t>
            </a:r>
            <a:endParaRPr lang="en-US" altLang="zh-CN" sz="2800" noProof="1">
              <a:solidFill>
                <a:schemeClr val="tx2"/>
              </a:solidFill>
              <a:effectLst>
                <a:outerShdw blurRad="38100" dist="38100" dir="2700000">
                  <a:srgbClr val="C0C0C0"/>
                </a:outerShdw>
              </a:effectLst>
            </a:endParaRPr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871A7A7F-8275-44E5-9BFC-F12A6FA55818}"/>
              </a:ext>
            </a:extLst>
          </p:cNvPr>
          <p:cNvGraphicFramePr>
            <a:graphicFrameLocks/>
          </p:cNvGraphicFramePr>
          <p:nvPr/>
        </p:nvGraphicFramePr>
        <p:xfrm>
          <a:off x="2382838" y="2473325"/>
          <a:ext cx="2417762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49" r:id="rId9" imgW="1155600" imgH="241200" progId="Equation.3">
                  <p:embed/>
                </p:oleObj>
              </mc:Choice>
              <mc:Fallback>
                <p:oleObj r:id="rId9" imgW="1155600" imgH="241200" progId="Equation.3">
                  <p:embed/>
                  <p:pic>
                    <p:nvPicPr>
                      <p:cNvPr id="0" name="对象 13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2838" y="2473325"/>
                        <a:ext cx="2417762" cy="549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4DB609DA-E965-4586-A4D9-5CD5784AF0C2}"/>
              </a:ext>
            </a:extLst>
          </p:cNvPr>
          <p:cNvGraphicFramePr>
            <a:graphicFrameLocks/>
          </p:cNvGraphicFramePr>
          <p:nvPr/>
        </p:nvGraphicFramePr>
        <p:xfrm>
          <a:off x="5062538" y="2506663"/>
          <a:ext cx="1833562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50" r:id="rId11" imgW="876240" imgH="228600" progId="Equation.3">
                  <p:embed/>
                </p:oleObj>
              </mc:Choice>
              <mc:Fallback>
                <p:oleObj r:id="rId11" imgW="876240" imgH="228600" progId="Equation.3">
                  <p:embed/>
                  <p:pic>
                    <p:nvPicPr>
                      <p:cNvPr id="0" name="对象 15"/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62538" y="2506663"/>
                        <a:ext cx="1833562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2157B3D4-7925-4B16-A68C-3FCB8A567F07}"/>
              </a:ext>
            </a:extLst>
          </p:cNvPr>
          <p:cNvGraphicFramePr>
            <a:graphicFrameLocks/>
          </p:cNvGraphicFramePr>
          <p:nvPr/>
        </p:nvGraphicFramePr>
        <p:xfrm>
          <a:off x="5091113" y="3048000"/>
          <a:ext cx="1462087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51" r:id="rId13" imgW="698400" imgH="228600" progId="Equation.3">
                  <p:embed/>
                </p:oleObj>
              </mc:Choice>
              <mc:Fallback>
                <p:oleObj r:id="rId13" imgW="698400" imgH="228600" progId="Equation.3">
                  <p:embed/>
                  <p:pic>
                    <p:nvPicPr>
                      <p:cNvPr id="0" name="对象 17"/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91113" y="3048000"/>
                        <a:ext cx="1462087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文本框 21">
            <a:extLst>
              <a:ext uri="{FF2B5EF4-FFF2-40B4-BE49-F238E27FC236}">
                <a16:creationId xmlns:a16="http://schemas.microsoft.com/office/drawing/2014/main" id="{F7897650-F91D-4C2D-AD23-48E54B23CB25}"/>
              </a:ext>
            </a:extLst>
          </p:cNvPr>
          <p:cNvSpPr txBox="1"/>
          <p:nvPr/>
        </p:nvSpPr>
        <p:spPr>
          <a:xfrm>
            <a:off x="2382838" y="3044825"/>
            <a:ext cx="2962275" cy="5222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sz="2800" b="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1mol</a:t>
            </a:r>
            <a:r>
              <a:rPr lang="zh-CN" altLang="en-US" sz="2800" b="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气体体积为</a:t>
            </a:r>
          </a:p>
        </p:txBody>
      </p:sp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67A2BA18-4A20-42CA-BDF4-A12851199785}"/>
              </a:ext>
            </a:extLst>
          </p:cNvPr>
          <p:cNvGraphicFramePr>
            <a:graphicFrameLocks/>
          </p:cNvGraphicFramePr>
          <p:nvPr/>
        </p:nvGraphicFramePr>
        <p:xfrm>
          <a:off x="750888" y="3662363"/>
          <a:ext cx="5553075" cy="981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52" r:id="rId15" imgW="2654280" imgH="431640" progId="Equation.3">
                  <p:embed/>
                </p:oleObj>
              </mc:Choice>
              <mc:Fallback>
                <p:oleObj r:id="rId15" imgW="2654280" imgH="431640" progId="Equation.3">
                  <p:embed/>
                  <p:pic>
                    <p:nvPicPr>
                      <p:cNvPr id="0" name="对象 22"/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0888" y="3662363"/>
                        <a:ext cx="5553075" cy="981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文本框 24">
            <a:extLst>
              <a:ext uri="{FF2B5EF4-FFF2-40B4-BE49-F238E27FC236}">
                <a16:creationId xmlns:a16="http://schemas.microsoft.com/office/drawing/2014/main" id="{5B475DB6-D434-4E85-91F6-AA144512D906}"/>
              </a:ext>
            </a:extLst>
          </p:cNvPr>
          <p:cNvSpPr txBox="1"/>
          <p:nvPr/>
        </p:nvSpPr>
        <p:spPr>
          <a:xfrm>
            <a:off x="750888" y="4740275"/>
            <a:ext cx="2265362" cy="5826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sym typeface="+mn-ea"/>
              </a:rPr>
              <a:t>1mol</a:t>
            </a:r>
            <a:r>
              <a:rPr lang="zh-CN" altLang="en-US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sym typeface="+mn-ea"/>
              </a:rPr>
              <a:t>气体：</a:t>
            </a:r>
            <a:endParaRPr lang="zh-CN" altLang="en-US" noProof="1"/>
          </a:p>
        </p:txBody>
      </p:sp>
      <p:graphicFrame>
        <p:nvGraphicFramePr>
          <p:cNvPr id="26" name="对象 25">
            <a:extLst>
              <a:ext uri="{FF2B5EF4-FFF2-40B4-BE49-F238E27FC236}">
                <a16:creationId xmlns:a16="http://schemas.microsoft.com/office/drawing/2014/main" id="{28147E56-5C17-424E-BFF4-F7EC8B0F1C89}"/>
              </a:ext>
            </a:extLst>
          </p:cNvPr>
          <p:cNvGraphicFramePr>
            <a:graphicFrameLocks/>
          </p:cNvGraphicFramePr>
          <p:nvPr/>
        </p:nvGraphicFramePr>
        <p:xfrm>
          <a:off x="2940050" y="4830763"/>
          <a:ext cx="1303338" cy="401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53" r:id="rId17" imgW="622080" imgH="177480" progId="Equation.3">
                  <p:embed/>
                </p:oleObj>
              </mc:Choice>
              <mc:Fallback>
                <p:oleObj r:id="rId17" imgW="622080" imgH="177480" progId="Equation.3">
                  <p:embed/>
                  <p:pic>
                    <p:nvPicPr>
                      <p:cNvPr id="0" name="对象 25"/>
                      <p:cNvPicPr>
                        <a:picLocks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0050" y="4830763"/>
                        <a:ext cx="1303338" cy="401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文本框 27">
            <a:extLst>
              <a:ext uri="{FF2B5EF4-FFF2-40B4-BE49-F238E27FC236}">
                <a16:creationId xmlns:a16="http://schemas.microsoft.com/office/drawing/2014/main" id="{0A123D51-B78F-4205-816F-EEE0B440ABC9}"/>
              </a:ext>
            </a:extLst>
          </p:cNvPr>
          <p:cNvSpPr txBox="1"/>
          <p:nvPr/>
        </p:nvSpPr>
        <p:spPr>
          <a:xfrm>
            <a:off x="3079750" y="5664200"/>
            <a:ext cx="2671763" cy="584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sym typeface="+mn-ea"/>
              </a:rPr>
              <a:t>      mol</a:t>
            </a:r>
            <a:r>
              <a:rPr lang="zh-CN" altLang="en-US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sym typeface="+mn-ea"/>
              </a:rPr>
              <a:t>气体：</a:t>
            </a:r>
            <a:endParaRPr lang="zh-CN" altLang="en-US" noProof="1"/>
          </a:p>
        </p:txBody>
      </p:sp>
      <p:graphicFrame>
        <p:nvGraphicFramePr>
          <p:cNvPr id="29" name="对象 28">
            <a:extLst>
              <a:ext uri="{FF2B5EF4-FFF2-40B4-BE49-F238E27FC236}">
                <a16:creationId xmlns:a16="http://schemas.microsoft.com/office/drawing/2014/main" id="{55C175F1-39F6-47CF-B95E-5EB58A39C931}"/>
              </a:ext>
            </a:extLst>
          </p:cNvPr>
          <p:cNvGraphicFramePr>
            <a:graphicFrameLocks/>
          </p:cNvGraphicFramePr>
          <p:nvPr/>
        </p:nvGraphicFramePr>
        <p:xfrm>
          <a:off x="3221038" y="5508625"/>
          <a:ext cx="479425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54" r:id="rId19" imgW="228600" imgH="393480" progId="Equation.3">
                  <p:embed/>
                </p:oleObj>
              </mc:Choice>
              <mc:Fallback>
                <p:oleObj r:id="rId19" imgW="228600" imgH="393480" progId="Equation.3">
                  <p:embed/>
                  <p:pic>
                    <p:nvPicPr>
                      <p:cNvPr id="0" name="对象 28"/>
                      <p:cNvPicPr>
                        <a:picLocks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1038" y="5508625"/>
                        <a:ext cx="479425" cy="895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47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500"/>
                                        <p:tgtEl>
                                          <p:spTgt spid="647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647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1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6471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647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7172" grpId="0" uiExpand="1" build="p"/>
      <p:bldP spid="647174" grpId="0"/>
      <p:bldP spid="647176" grpId="0"/>
      <p:bldP spid="13" grpId="0"/>
      <p:bldP spid="22" grpId="0"/>
      <p:bldP spid="25" grpId="0"/>
      <p:bldP spid="2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灯片编号占位符 1">
            <a:extLst>
              <a:ext uri="{FF2B5EF4-FFF2-40B4-BE49-F238E27FC236}">
                <a16:creationId xmlns:a16="http://schemas.microsoft.com/office/drawing/2014/main" id="{4B99ADD9-0D36-49C4-B716-AD13D313984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50000"/>
              </a:spcBef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spcBef>
                <a:spcPct val="50000"/>
              </a:spcBef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spcBef>
                <a:spcPct val="50000"/>
              </a:spcBef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spcBef>
                <a:spcPct val="50000"/>
              </a:spcBef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spcBef>
                <a:spcPct val="50000"/>
              </a:spcBef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>
              <a:spcBef>
                <a:spcPct val="0"/>
              </a:spcBef>
            </a:pPr>
            <a:fld id="{E5E7C7FE-BD24-4118-9421-CE5ADCE9D0E5}" type="slidenum">
              <a:rPr altLang="en-US" sz="1400" b="0" smtClean="0">
                <a:solidFill>
                  <a:schemeClr val="tx1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</a:pPr>
              <a:t>8</a:t>
            </a:fld>
            <a:endParaRPr lang="zh-CN" altLang="en-US" sz="14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647170" name="文本框 647169">
            <a:extLst>
              <a:ext uri="{FF2B5EF4-FFF2-40B4-BE49-F238E27FC236}">
                <a16:creationId xmlns:a16="http://schemas.microsoft.com/office/drawing/2014/main" id="{98821074-0483-4CEC-A577-896EA82B6771}"/>
              </a:ext>
            </a:extLst>
          </p:cNvPr>
          <p:cNvSpPr txBox="1"/>
          <p:nvPr/>
        </p:nvSpPr>
        <p:spPr>
          <a:xfrm>
            <a:off x="468313" y="115888"/>
            <a:ext cx="4103687" cy="523220"/>
          </a:xfrm>
          <a:prstGeom prst="rect">
            <a:avLst/>
          </a:prstGeom>
          <a:gradFill rotWithShape="1">
            <a:gsLst>
              <a:gs pos="0">
                <a:srgbClr val="CC3300"/>
              </a:gs>
              <a:gs pos="50000">
                <a:srgbClr val="FFFF00"/>
              </a:gs>
              <a:gs pos="100000">
                <a:srgbClr val="CC3300"/>
              </a:gs>
            </a:gsLst>
            <a:lin ang="5400000" scaled="1"/>
            <a:tileRect/>
          </a:gradFill>
          <a:ln w="57150" cap="flat" cmpd="thinThick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28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四 、理想气体物态方程</a:t>
            </a:r>
          </a:p>
        </p:txBody>
      </p:sp>
      <p:graphicFrame>
        <p:nvGraphicFramePr>
          <p:cNvPr id="44036" name="对象 647170">
            <a:extLst>
              <a:ext uri="{FF2B5EF4-FFF2-40B4-BE49-F238E27FC236}">
                <a16:creationId xmlns:a16="http://schemas.microsoft.com/office/drawing/2014/main" id="{42503887-C25E-4270-A49C-EE7A7325D35C}"/>
              </a:ext>
            </a:extLst>
          </p:cNvPr>
          <p:cNvGraphicFramePr>
            <a:graphicFrameLocks/>
          </p:cNvGraphicFramePr>
          <p:nvPr/>
        </p:nvGraphicFramePr>
        <p:xfrm>
          <a:off x="3235325" y="735013"/>
          <a:ext cx="1698625" cy="893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71" r:id="rId3" imgW="812520" imgH="393480" progId="Equation.3">
                  <p:embed/>
                </p:oleObj>
              </mc:Choice>
              <mc:Fallback>
                <p:oleObj r:id="rId3" imgW="812520" imgH="393480" progId="Equation.3">
                  <p:embed/>
                  <p:pic>
                    <p:nvPicPr>
                      <p:cNvPr id="0" name="对象 647170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5325" y="735013"/>
                        <a:ext cx="1698625" cy="893762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2"/>
                        </a:solidFill>
                        <a:prstDash val="dash"/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7172" name="文本框 647171">
            <a:extLst>
              <a:ext uri="{FF2B5EF4-FFF2-40B4-BE49-F238E27FC236}">
                <a16:creationId xmlns:a16="http://schemas.microsoft.com/office/drawing/2014/main" id="{15193835-E22A-45EF-A54C-0581BC296A17}"/>
              </a:ext>
            </a:extLst>
          </p:cNvPr>
          <p:cNvSpPr txBox="1"/>
          <p:nvPr/>
        </p:nvSpPr>
        <p:spPr>
          <a:xfrm>
            <a:off x="5327650" y="531813"/>
            <a:ext cx="2897188" cy="13446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lang="en-US" altLang="zh-CN" sz="2400" i="1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m</a:t>
            </a:r>
            <a:r>
              <a:rPr lang="en-US" altLang="zh-CN" sz="24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 --  </a:t>
            </a:r>
            <a:r>
              <a:rPr lang="zh-CN" altLang="en-US" sz="24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气体质量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lang="en-US" altLang="zh-CN" sz="2400" i="1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M -</a:t>
            </a:r>
            <a:r>
              <a:rPr lang="en-US" altLang="zh-CN" sz="24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-  mol</a:t>
            </a:r>
            <a:r>
              <a:rPr lang="en-US" altLang="zh-CN" sz="2400" i="1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sz="24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质量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lang="en-US" altLang="zh-CN" sz="2400" i="1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  <a:sym typeface="+mn-ea"/>
              </a:rPr>
              <a:t>R-</a:t>
            </a:r>
            <a:r>
              <a:rPr lang="en-US" altLang="zh-CN" sz="24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  <a:sym typeface="+mn-ea"/>
              </a:rPr>
              <a:t>-</a:t>
            </a:r>
            <a:r>
              <a:rPr lang="zh-CN" altLang="en-US" sz="24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  <a:sym typeface="+mn-ea"/>
              </a:rPr>
              <a:t>普适气体常量</a:t>
            </a:r>
          </a:p>
        </p:txBody>
      </p:sp>
      <p:sp>
        <p:nvSpPr>
          <p:cNvPr id="647175" name="文本框 647174">
            <a:extLst>
              <a:ext uri="{FF2B5EF4-FFF2-40B4-BE49-F238E27FC236}">
                <a16:creationId xmlns:a16="http://schemas.microsoft.com/office/drawing/2014/main" id="{E5E8ECA7-01CE-443C-B295-C1B0FDED7106}"/>
              </a:ext>
            </a:extLst>
          </p:cNvPr>
          <p:cNvSpPr txBox="1"/>
          <p:nvPr/>
        </p:nvSpPr>
        <p:spPr>
          <a:xfrm>
            <a:off x="385763" y="1941513"/>
            <a:ext cx="6769100" cy="9636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lang="zh-CN" altLang="en-US" b="0" noProof="1">
                <a:solidFill>
                  <a:srgbClr val="CC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常用形式</a:t>
            </a:r>
            <a:r>
              <a:rPr lang="zh-CN" altLang="en-US" noProof="1">
                <a:solidFill>
                  <a:srgbClr val="CC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 ：</a:t>
            </a:r>
            <a:r>
              <a:rPr lang="zh-CN" altLang="en-US" sz="2400" noProof="1">
                <a:solidFill>
                  <a:srgbClr val="CC00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   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lang="zh-CN" altLang="en-US" sz="24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设有  </a:t>
            </a:r>
            <a:r>
              <a:rPr lang="en-US" altLang="zh-CN" sz="2400" i="1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N </a:t>
            </a:r>
            <a:r>
              <a:rPr lang="zh-CN" altLang="en-US" sz="24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个分子     每个分子质量  </a:t>
            </a:r>
            <a:r>
              <a:rPr lang="en-US" altLang="zh-CN" sz="2400" i="1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m</a:t>
            </a:r>
            <a:r>
              <a:rPr lang="en-US" altLang="zh-CN" sz="2400" i="1" baseline="-250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647176" name="文本框 647175">
            <a:extLst>
              <a:ext uri="{FF2B5EF4-FFF2-40B4-BE49-F238E27FC236}">
                <a16:creationId xmlns:a16="http://schemas.microsoft.com/office/drawing/2014/main" id="{1B3508A7-0D94-45F5-A39A-0754E746F45F}"/>
              </a:ext>
            </a:extLst>
          </p:cNvPr>
          <p:cNvSpPr txBox="1"/>
          <p:nvPr/>
        </p:nvSpPr>
        <p:spPr>
          <a:xfrm>
            <a:off x="231775" y="922338"/>
            <a:ext cx="3121025" cy="5222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280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平衡态下理想气体</a:t>
            </a:r>
          </a:p>
        </p:txBody>
      </p:sp>
      <p:graphicFrame>
        <p:nvGraphicFramePr>
          <p:cNvPr id="647178" name="对象 647177">
            <a:extLst>
              <a:ext uri="{FF2B5EF4-FFF2-40B4-BE49-F238E27FC236}">
                <a16:creationId xmlns:a16="http://schemas.microsoft.com/office/drawing/2014/main" id="{05CB7FE9-B58F-4C24-9C7C-08D86389BA43}"/>
              </a:ext>
            </a:extLst>
          </p:cNvPr>
          <p:cNvGraphicFramePr>
            <a:graphicFrameLocks/>
          </p:cNvGraphicFramePr>
          <p:nvPr/>
        </p:nvGraphicFramePr>
        <p:xfrm>
          <a:off x="2662238" y="3043238"/>
          <a:ext cx="2214562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72" r:id="rId5" imgW="698400" imgH="228600" progId="Equation.3">
                  <p:embed/>
                </p:oleObj>
              </mc:Choice>
              <mc:Fallback>
                <p:oleObj r:id="rId5" imgW="698400" imgH="228600" progId="Equation.3">
                  <p:embed/>
                  <p:pic>
                    <p:nvPicPr>
                      <p:cNvPr id="0" name="对象 647177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2238" y="3043238"/>
                        <a:ext cx="2214562" cy="549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7179" name="文本框 647178">
            <a:extLst>
              <a:ext uri="{FF2B5EF4-FFF2-40B4-BE49-F238E27FC236}">
                <a16:creationId xmlns:a16="http://schemas.microsoft.com/office/drawing/2014/main" id="{FBAD80BC-F427-4FF7-B108-88DEB5446C7A}"/>
              </a:ext>
            </a:extLst>
          </p:cNvPr>
          <p:cNvSpPr txBox="1"/>
          <p:nvPr/>
        </p:nvSpPr>
        <p:spPr>
          <a:xfrm>
            <a:off x="496888" y="3095625"/>
            <a:ext cx="490537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sz="240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则</a:t>
            </a:r>
          </a:p>
        </p:txBody>
      </p:sp>
      <p:graphicFrame>
        <p:nvGraphicFramePr>
          <p:cNvPr id="647180" name="对象 647179">
            <a:extLst>
              <a:ext uri="{FF2B5EF4-FFF2-40B4-BE49-F238E27FC236}">
                <a16:creationId xmlns:a16="http://schemas.microsoft.com/office/drawing/2014/main" id="{952FEC99-CB71-4173-93BE-D85E0836B669}"/>
              </a:ext>
            </a:extLst>
          </p:cNvPr>
          <p:cNvGraphicFramePr>
            <a:graphicFrameLocks/>
          </p:cNvGraphicFramePr>
          <p:nvPr/>
        </p:nvGraphicFramePr>
        <p:xfrm>
          <a:off x="914400" y="3065463"/>
          <a:ext cx="1341438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73" r:id="rId7" imgW="571320" imgH="228600" progId="Equation.3">
                  <p:embed/>
                </p:oleObj>
              </mc:Choice>
              <mc:Fallback>
                <p:oleObj r:id="rId7" imgW="571320" imgH="228600" progId="Equation.3">
                  <p:embed/>
                  <p:pic>
                    <p:nvPicPr>
                      <p:cNvPr id="0" name="对象 647179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3065463"/>
                        <a:ext cx="1341438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7181" name="对象 647180">
            <a:extLst>
              <a:ext uri="{FF2B5EF4-FFF2-40B4-BE49-F238E27FC236}">
                <a16:creationId xmlns:a16="http://schemas.microsoft.com/office/drawing/2014/main" id="{1984DF65-6F34-4DF7-81C0-8C1AC6DF3B9F}"/>
              </a:ext>
            </a:extLst>
          </p:cNvPr>
          <p:cNvGraphicFramePr>
            <a:graphicFrameLocks/>
          </p:cNvGraphicFramePr>
          <p:nvPr/>
        </p:nvGraphicFramePr>
        <p:xfrm>
          <a:off x="527050" y="3806825"/>
          <a:ext cx="3559175" cy="976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74" r:id="rId9" imgW="1574640" imgH="431640" progId="Equation.3">
                  <p:embed/>
                </p:oleObj>
              </mc:Choice>
              <mc:Fallback>
                <p:oleObj r:id="rId9" imgW="1574640" imgH="431640" progId="Equation.3">
                  <p:embed/>
                  <p:pic>
                    <p:nvPicPr>
                      <p:cNvPr id="0" name="对象 647180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7050" y="3806825"/>
                        <a:ext cx="3559175" cy="976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7182" name="对象 647181">
            <a:extLst>
              <a:ext uri="{FF2B5EF4-FFF2-40B4-BE49-F238E27FC236}">
                <a16:creationId xmlns:a16="http://schemas.microsoft.com/office/drawing/2014/main" id="{DF741E60-B808-4691-AA51-27D0C61A66FF}"/>
              </a:ext>
            </a:extLst>
          </p:cNvPr>
          <p:cNvGraphicFramePr>
            <a:graphicFrameLocks/>
          </p:cNvGraphicFramePr>
          <p:nvPr/>
        </p:nvGraphicFramePr>
        <p:xfrm>
          <a:off x="5478463" y="3879850"/>
          <a:ext cx="2224087" cy="1036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75" r:id="rId11" imgW="927000" imgH="431640" progId="Equation.3">
                  <p:embed/>
                </p:oleObj>
              </mc:Choice>
              <mc:Fallback>
                <p:oleObj r:id="rId11" imgW="927000" imgH="431640" progId="Equation.3">
                  <p:embed/>
                  <p:pic>
                    <p:nvPicPr>
                      <p:cNvPr id="0" name="对象 647181"/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78463" y="3879850"/>
                        <a:ext cx="2224087" cy="1036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7183" name="对象 647182">
            <a:extLst>
              <a:ext uri="{FF2B5EF4-FFF2-40B4-BE49-F238E27FC236}">
                <a16:creationId xmlns:a16="http://schemas.microsoft.com/office/drawing/2014/main" id="{086ED798-BD62-419F-A205-EDDA6A96774F}"/>
              </a:ext>
            </a:extLst>
          </p:cNvPr>
          <p:cNvGraphicFramePr>
            <a:graphicFrameLocks/>
          </p:cNvGraphicFramePr>
          <p:nvPr/>
        </p:nvGraphicFramePr>
        <p:xfrm>
          <a:off x="601663" y="4783138"/>
          <a:ext cx="252095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76" r:id="rId13" imgW="1218671" imgH="393529" progId="Equation.3">
                  <p:embed/>
                </p:oleObj>
              </mc:Choice>
              <mc:Fallback>
                <p:oleObj r:id="rId13" imgW="1218671" imgH="393529" progId="Equation.3">
                  <p:embed/>
                  <p:pic>
                    <p:nvPicPr>
                      <p:cNvPr id="0" name="对象 647182"/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663" y="4783138"/>
                        <a:ext cx="2520950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0E28083E-8E6C-4AD4-AD50-F85E141F3F56}"/>
              </a:ext>
            </a:extLst>
          </p:cNvPr>
          <p:cNvGraphicFramePr>
            <a:graphicFrameLocks/>
          </p:cNvGraphicFramePr>
          <p:nvPr/>
        </p:nvGraphicFramePr>
        <p:xfrm>
          <a:off x="5519738" y="2795588"/>
          <a:ext cx="3098800" cy="1100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77" r:id="rId15" imgW="1180800" imgH="457200" progId="Equation.3">
                  <p:embed/>
                </p:oleObj>
              </mc:Choice>
              <mc:Fallback>
                <p:oleObj r:id="rId15" imgW="1180800" imgH="457200" progId="Equation.3">
                  <p:embed/>
                  <p:pic>
                    <p:nvPicPr>
                      <p:cNvPr id="0" name="对象 2"/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19738" y="2795588"/>
                        <a:ext cx="3098800" cy="1100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8202" name="文本框 648201">
            <a:extLst>
              <a:ext uri="{FF2B5EF4-FFF2-40B4-BE49-F238E27FC236}">
                <a16:creationId xmlns:a16="http://schemas.microsoft.com/office/drawing/2014/main" id="{7BB38BE8-0F16-43EB-B20E-F55BC276E2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6259513"/>
            <a:ext cx="2895600" cy="531812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50000">
                <a:srgbClr val="FFFFFF"/>
              </a:gs>
              <a:gs pos="100000">
                <a:schemeClr val="accent1"/>
              </a:gs>
            </a:gsLst>
            <a:lin ang="5400000" scaled="1"/>
          </a:gra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zh-CN" altLang="en-US" sz="28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玻尔兹曼常数</a:t>
            </a:r>
          </a:p>
        </p:txBody>
      </p:sp>
      <p:graphicFrame>
        <p:nvGraphicFramePr>
          <p:cNvPr id="648203" name="对象 648202">
            <a:extLst>
              <a:ext uri="{FF2B5EF4-FFF2-40B4-BE49-F238E27FC236}">
                <a16:creationId xmlns:a16="http://schemas.microsoft.com/office/drawing/2014/main" id="{2BBADDAE-A698-41D6-BB41-909565110342}"/>
              </a:ext>
            </a:extLst>
          </p:cNvPr>
          <p:cNvGraphicFramePr>
            <a:graphicFrameLocks/>
          </p:cNvGraphicFramePr>
          <p:nvPr/>
        </p:nvGraphicFramePr>
        <p:xfrm>
          <a:off x="525463" y="5595938"/>
          <a:ext cx="4105275" cy="992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78" r:id="rId17" imgW="2818177" imgH="672808" progId="Equation.3">
                  <p:embed/>
                </p:oleObj>
              </mc:Choice>
              <mc:Fallback>
                <p:oleObj r:id="rId17" imgW="2818177" imgH="672808" progId="Equation.3">
                  <p:embed/>
                  <p:pic>
                    <p:nvPicPr>
                      <p:cNvPr id="0" name="对象 648202"/>
                      <p:cNvPicPr>
                        <a:picLocks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463" y="5595938"/>
                        <a:ext cx="4105275" cy="992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48195" name="组合 648194">
            <a:extLst>
              <a:ext uri="{FF2B5EF4-FFF2-40B4-BE49-F238E27FC236}">
                <a16:creationId xmlns:a16="http://schemas.microsoft.com/office/drawing/2014/main" id="{AACCD6CA-007E-4E90-8A1E-732A04829AC0}"/>
              </a:ext>
            </a:extLst>
          </p:cNvPr>
          <p:cNvGrpSpPr>
            <a:grpSpLocks/>
          </p:cNvGrpSpPr>
          <p:nvPr/>
        </p:nvGrpSpPr>
        <p:grpSpPr bwMode="auto">
          <a:xfrm>
            <a:off x="5326063" y="5130800"/>
            <a:ext cx="3311525" cy="1535113"/>
            <a:chOff x="2064" y="3014"/>
            <a:chExt cx="2086" cy="967"/>
          </a:xfrm>
        </p:grpSpPr>
        <p:sp>
          <p:nvSpPr>
            <p:cNvPr id="44050" name="矩形 648195">
              <a:extLst>
                <a:ext uri="{FF2B5EF4-FFF2-40B4-BE49-F238E27FC236}">
                  <a16:creationId xmlns:a16="http://schemas.microsoft.com/office/drawing/2014/main" id="{9DD3B22C-29F2-4C41-A58B-8BF919EC9E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3014"/>
              <a:ext cx="1995" cy="960"/>
            </a:xfrm>
            <a:prstGeom prst="rect">
              <a:avLst/>
            </a:prstGeom>
            <a:gradFill rotWithShape="1">
              <a:gsLst>
                <a:gs pos="0">
                  <a:srgbClr val="CC3300"/>
                </a:gs>
                <a:gs pos="50000">
                  <a:srgbClr val="FFFF00"/>
                </a:gs>
                <a:gs pos="100000">
                  <a:srgbClr val="CC3300"/>
                </a:gs>
              </a:gsLst>
              <a:lin ang="5400000" scaled="1"/>
            </a:gradFill>
            <a:ln w="57150" cmpd="thickThin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spcBef>
                  <a:spcPct val="50000"/>
                </a:spcBef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3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endParaRPr lang="zh-CN" altLang="en-US"/>
            </a:p>
          </p:txBody>
        </p:sp>
        <p:graphicFrame>
          <p:nvGraphicFramePr>
            <p:cNvPr id="44051" name="对象 648196">
              <a:extLst>
                <a:ext uri="{FF2B5EF4-FFF2-40B4-BE49-F238E27FC236}">
                  <a16:creationId xmlns:a16="http://schemas.microsoft.com/office/drawing/2014/main" id="{3145E5F2-0A0C-4D94-95EE-C6D91FB7DF1D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2359" y="3072"/>
            <a:ext cx="1383" cy="3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079" r:id="rId19" imgW="557832" imgH="177492" progId="Equation.3">
                    <p:embed/>
                  </p:oleObj>
                </mc:Choice>
                <mc:Fallback>
                  <p:oleObj r:id="rId19" imgW="557832" imgH="177492" progId="Equation.3">
                    <p:embed/>
                    <p:pic>
                      <p:nvPicPr>
                        <p:cNvPr id="0" name="对象 648196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59" y="3072"/>
                          <a:ext cx="1383" cy="3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48198" name="文本框 648197">
              <a:extLst>
                <a:ext uri="{FF2B5EF4-FFF2-40B4-BE49-F238E27FC236}">
                  <a16:creationId xmlns:a16="http://schemas.microsoft.com/office/drawing/2014/main" id="{B4115B04-DC63-4545-98EF-E6337F6AE416}"/>
                </a:ext>
              </a:extLst>
            </p:cNvPr>
            <p:cNvSpPr txBox="1"/>
            <p:nvPr/>
          </p:nvSpPr>
          <p:spPr>
            <a:xfrm>
              <a:off x="2263" y="3385"/>
              <a:ext cx="1887" cy="59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zh-CN" altLang="en-US" sz="2800" b="0" noProof="1"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ea typeface="隶书" panose="02010509060101010101" pitchFamily="49" charset="-122"/>
                </a:rPr>
                <a:t>理想气体状态</a:t>
              </a:r>
            </a:p>
            <a:p>
              <a:pPr eaLnBrk="1" hangingPunct="1">
                <a:defRPr/>
              </a:pPr>
              <a:r>
                <a:rPr lang="zh-CN" altLang="en-US" sz="2800" b="0" noProof="1"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ea typeface="隶书" panose="02010509060101010101" pitchFamily="49" charset="-122"/>
                </a:rPr>
                <a:t>方程的简要形式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1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6471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1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6471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647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647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647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7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7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647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8" dur="500"/>
                                        <p:tgtEl>
                                          <p:spTgt spid="648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1" dur="500"/>
                                        <p:tgtEl>
                                          <p:spTgt spid="648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6" dur="500"/>
                                        <p:tgtEl>
                                          <p:spTgt spid="648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7175" grpId="0" uiExpand="1" build="p"/>
      <p:bldP spid="647179" grpId="0"/>
      <p:bldP spid="648202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矩形 1">
            <a:extLst>
              <a:ext uri="{FF2B5EF4-FFF2-40B4-BE49-F238E27FC236}">
                <a16:creationId xmlns:a16="http://schemas.microsoft.com/office/drawing/2014/main" id="{A08CE2E7-51FB-48C4-A3D9-07D32EC3D6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538" y="584200"/>
            <a:ext cx="3400425" cy="73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spcBef>
                <a:spcPct val="50000"/>
              </a:spcBef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spcBef>
                <a:spcPct val="50000"/>
              </a:spcBef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spcBef>
                <a:spcPct val="50000"/>
              </a:spcBef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spcBef>
                <a:spcPct val="50000"/>
              </a:spcBef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五、热力学第零定律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25A4A75-4AE6-4C3B-B3DD-23C1818DD8F6}"/>
              </a:ext>
            </a:extLst>
          </p:cNvPr>
          <p:cNvSpPr/>
          <p:nvPr/>
        </p:nvSpPr>
        <p:spPr>
          <a:xfrm>
            <a:off x="2122488" y="1857375"/>
            <a:ext cx="1852612" cy="1136650"/>
          </a:xfrm>
          <a:prstGeom prst="rect">
            <a:avLst/>
          </a:prstGeom>
          <a:pattFill prst="divot">
            <a:fgClr>
              <a:srgbClr val="C00000"/>
            </a:fgClr>
            <a:bgClr>
              <a:schemeClr val="bg1"/>
            </a:bgClr>
          </a:pattFill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kumimoji="1" lang="zh-CN" altLang="en-US" sz="2400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系统</a:t>
            </a:r>
            <a:r>
              <a:rPr kumimoji="1" lang="en-US" altLang="zh-CN" sz="2400" i="1" dirty="0">
                <a:solidFill>
                  <a:srgbClr val="00206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  <a:endParaRPr kumimoji="1" lang="zh-CN" altLang="en-US" sz="2400" i="1" dirty="0">
              <a:solidFill>
                <a:srgbClr val="002060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5928F65-A066-4E0D-BBC6-D55E23860ADE}"/>
              </a:ext>
            </a:extLst>
          </p:cNvPr>
          <p:cNvSpPr/>
          <p:nvPr/>
        </p:nvSpPr>
        <p:spPr>
          <a:xfrm>
            <a:off x="4435475" y="1862138"/>
            <a:ext cx="1851025" cy="1136650"/>
          </a:xfrm>
          <a:prstGeom prst="rect">
            <a:avLst/>
          </a:prstGeom>
          <a:pattFill prst="divot">
            <a:fgClr>
              <a:srgbClr val="C00000"/>
            </a:fgClr>
            <a:bgClr>
              <a:schemeClr val="bg1"/>
            </a:bgClr>
          </a:pattFill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kumimoji="1" lang="zh-CN" altLang="en-US" sz="2400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系统</a:t>
            </a:r>
            <a:r>
              <a:rPr kumimoji="1" lang="en-US" altLang="zh-CN" sz="2400" i="1" dirty="0">
                <a:solidFill>
                  <a:srgbClr val="00206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C</a:t>
            </a:r>
            <a:endParaRPr kumimoji="1" lang="zh-CN" altLang="en-US" sz="2400" i="1" dirty="0">
              <a:solidFill>
                <a:srgbClr val="002060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14EF5B5-0743-4BCE-ABE8-10BBFD4810BC}"/>
              </a:ext>
            </a:extLst>
          </p:cNvPr>
          <p:cNvSpPr/>
          <p:nvPr/>
        </p:nvSpPr>
        <p:spPr>
          <a:xfrm>
            <a:off x="1936750" y="3019425"/>
            <a:ext cx="4570413" cy="1136650"/>
          </a:xfrm>
          <a:prstGeom prst="rect">
            <a:avLst/>
          </a:prstGeom>
          <a:pattFill prst="divot">
            <a:fgClr>
              <a:srgbClr val="C00000"/>
            </a:fgClr>
            <a:bgClr>
              <a:schemeClr val="bg1"/>
            </a:bgClr>
          </a:pattFill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kumimoji="1" lang="zh-CN" altLang="en-US" sz="2400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系统 </a:t>
            </a:r>
            <a:r>
              <a:rPr kumimoji="1" lang="en-US" altLang="zh-CN" sz="2400" i="1" dirty="0">
                <a:solidFill>
                  <a:srgbClr val="00206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endParaRPr kumimoji="1" lang="zh-CN" altLang="en-US" sz="2400" i="1" dirty="0">
              <a:solidFill>
                <a:srgbClr val="002060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7B07BCC-090D-4548-A0EB-3809A0A8C737}"/>
              </a:ext>
            </a:extLst>
          </p:cNvPr>
          <p:cNvSpPr/>
          <p:nvPr/>
        </p:nvSpPr>
        <p:spPr>
          <a:xfrm>
            <a:off x="841375" y="4606925"/>
            <a:ext cx="6905625" cy="58420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kumimoji="1" lang="zh-CN" altLang="zh-CN" kern="100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热力学第零定律又</a:t>
            </a:r>
            <a:r>
              <a:rPr kumimoji="1" lang="zh-CN" altLang="en-US" kern="100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称为</a:t>
            </a:r>
            <a:r>
              <a:rPr kumimoji="1" lang="zh-CN" altLang="zh-CN" kern="100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热平衡定律</a:t>
            </a:r>
            <a:r>
              <a:rPr kumimoji="1" lang="zh-CN" altLang="en-US" kern="100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kumimoji="1" lang="zh-CN" altLang="en-US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18C292D-036B-4EBA-B08C-A6D7A6F01338}"/>
              </a:ext>
            </a:extLst>
          </p:cNvPr>
          <p:cNvSpPr/>
          <p:nvPr/>
        </p:nvSpPr>
        <p:spPr>
          <a:xfrm>
            <a:off x="727075" y="5267325"/>
            <a:ext cx="5535613" cy="582613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kumimoji="1" lang="zh-CN" altLang="zh-CN" kern="100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zh-CN" altLang="en-US" kern="100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针对不同的系统之间而言！</a:t>
            </a:r>
            <a:endParaRPr kumimoji="1" lang="zh-CN" altLang="en-US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6" grpId="0" bldLvl="0" animBg="1"/>
      <p:bldP spid="7" grpId="0" bldLvl="0" animBg="1"/>
      <p:bldP spid="3" grpId="0"/>
      <p:bldP spid="8" grpId="0"/>
    </p:bldLst>
  </p:timing>
</p:sld>
</file>

<file path=ppt/theme/theme1.xml><?xml version="1.0" encoding="utf-8"?>
<a:theme xmlns:a="http://schemas.openxmlformats.org/drawingml/2006/main" name="第六章 热力学基础（三）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第六章 热力学基础（三）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第六章 热力学基础（三）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第六章 热力学基础（三）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第六章 热力学基础（三）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第六章 热力学基础（三）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第六章 热力学基础（三）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第六章 热力学基础（三）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第六章 热力学基础（三）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1_第六章 热力学基础（三）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第六章 热力学基础（三）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第六章 热力学基础（三）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第六章 热力学基础（三）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第六章 热力学基础（三）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第六章 热力学基础（三）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第六章 热力学基础（三）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第六章 热力学基础（三）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2_第六章 热力学基础（三）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第六章 热力学基础（三）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第六章 热力学基础（三）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第六章 热力学基础（三）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第六章 热力学基础（三）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第六章 热力学基础（三）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第六章 热力学基础（三）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第六章 热力学基础（三）</Template>
  <TotalTime>28</TotalTime>
  <Words>573</Words>
  <Application>Microsoft Office PowerPoint</Application>
  <PresentationFormat>全屏显示(4:3)</PresentationFormat>
  <Paragraphs>104</Paragraphs>
  <Slides>9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3" baseType="lpstr">
      <vt:lpstr>Monotype Sorts</vt:lpstr>
      <vt:lpstr>仿宋_GB2312</vt:lpstr>
      <vt:lpstr>黑体</vt:lpstr>
      <vt:lpstr>楷体_GB2312</vt:lpstr>
      <vt:lpstr>隶书</vt:lpstr>
      <vt:lpstr>宋体</vt:lpstr>
      <vt:lpstr>Arial</vt:lpstr>
      <vt:lpstr>Symbol</vt:lpstr>
      <vt:lpstr>Times New Roman</vt:lpstr>
      <vt:lpstr>Wingdings</vt:lpstr>
      <vt:lpstr>第六章 热力学基础（三）</vt:lpstr>
      <vt:lpstr>1_第六章 热力学基础（三）</vt:lpstr>
      <vt:lpstr>2_第六章 热力学基础（三）</vt:lpstr>
      <vt:lpstr>Microsoft Equation 3.0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901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zf</dc:creator>
  <cp:lastModifiedBy>Administrator</cp:lastModifiedBy>
  <cp:revision>481</cp:revision>
  <dcterms:created xsi:type="dcterms:W3CDTF">2007-08-02T09:30:00Z</dcterms:created>
  <dcterms:modified xsi:type="dcterms:W3CDTF">2024-10-23T03:30:57Z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CBD44ACBC1F44C869022C7054409A1C7</vt:lpwstr>
  </property>
  <property fmtid="{D5CDD505-2E9C-101B-9397-08002B2CF9AE}" pid="3" name="KSOProductBuildVer">
    <vt:lpwstr>2052-11.1.0.10938</vt:lpwstr>
  </property>
</Properties>
</file>