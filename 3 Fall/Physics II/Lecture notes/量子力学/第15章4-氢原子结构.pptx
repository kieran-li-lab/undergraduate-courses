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49" r:id="rId2"/>
  </p:sldMasterIdLst>
  <p:notesMasterIdLst>
    <p:notesMasterId r:id="rId23"/>
  </p:notesMasterIdLst>
  <p:handoutMasterIdLst>
    <p:handoutMasterId r:id="rId24"/>
  </p:handoutMasterIdLst>
  <p:sldIdLst>
    <p:sldId id="933" r:id="rId3"/>
    <p:sldId id="934" r:id="rId4"/>
    <p:sldId id="936" r:id="rId5"/>
    <p:sldId id="905" r:id="rId6"/>
    <p:sldId id="906" r:id="rId7"/>
    <p:sldId id="914" r:id="rId8"/>
    <p:sldId id="915" r:id="rId9"/>
    <p:sldId id="912" r:id="rId10"/>
    <p:sldId id="913" r:id="rId11"/>
    <p:sldId id="907" r:id="rId12"/>
    <p:sldId id="908" r:id="rId13"/>
    <p:sldId id="909" r:id="rId14"/>
    <p:sldId id="910" r:id="rId15"/>
    <p:sldId id="911" r:id="rId16"/>
    <p:sldId id="950" r:id="rId17"/>
    <p:sldId id="951" r:id="rId18"/>
    <p:sldId id="952" r:id="rId19"/>
    <p:sldId id="959" r:id="rId20"/>
    <p:sldId id="961" r:id="rId21"/>
    <p:sldId id="960" r:id="rId22"/>
  </p:sldIdLst>
  <p:sldSz cx="9144000" cy="6858000" type="screen4x3"/>
  <p:notesSz cx="6858000" cy="9144000"/>
  <p:custDataLst>
    <p:tags r:id="rId25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400" b="1" kern="1200">
        <a:solidFill>
          <a:schemeClr val="accent2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b="1" kern="1200">
        <a:solidFill>
          <a:schemeClr val="accent2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b="1" kern="1200">
        <a:solidFill>
          <a:schemeClr val="accent2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b="1" kern="1200">
        <a:solidFill>
          <a:schemeClr val="accent2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b="1" kern="1200">
        <a:solidFill>
          <a:schemeClr val="accent2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5pPr>
    <a:lvl6pPr marL="2286000" algn="l" defTabSz="914400" rtl="0" eaLnBrk="1" latinLnBrk="0" hangingPunct="1">
      <a:defRPr sz="2400" b="1" kern="1200">
        <a:solidFill>
          <a:schemeClr val="accent2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6pPr>
    <a:lvl7pPr marL="2743200" algn="l" defTabSz="914400" rtl="0" eaLnBrk="1" latinLnBrk="0" hangingPunct="1">
      <a:defRPr sz="2400" b="1" kern="1200">
        <a:solidFill>
          <a:schemeClr val="accent2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7pPr>
    <a:lvl8pPr marL="3200400" algn="l" defTabSz="914400" rtl="0" eaLnBrk="1" latinLnBrk="0" hangingPunct="1">
      <a:defRPr sz="2400" b="1" kern="1200">
        <a:solidFill>
          <a:schemeClr val="accent2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8pPr>
    <a:lvl9pPr marL="3657600" algn="l" defTabSz="914400" rtl="0" eaLnBrk="1" latinLnBrk="0" hangingPunct="1">
      <a:defRPr sz="2400" b="1" kern="1200">
        <a:solidFill>
          <a:schemeClr val="accent2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1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BCB8"/>
    <a:srgbClr val="99CCFF"/>
    <a:srgbClr val="FF5050"/>
    <a:srgbClr val="000066"/>
    <a:srgbClr val="FFFF00"/>
    <a:srgbClr val="CC0000"/>
    <a:srgbClr val="333399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38" autoAdjust="0"/>
    <p:restoredTop sz="94660" autoAdjust="0"/>
  </p:normalViewPr>
  <p:slideViewPr>
    <p:cSldViewPr showGuides="1">
      <p:cViewPr varScale="1">
        <p:scale>
          <a:sx n="79" d="100"/>
          <a:sy n="79" d="100"/>
        </p:scale>
        <p:origin x="108" y="858"/>
      </p:cViewPr>
      <p:guideLst>
        <p:guide orient="horz" pos="2160"/>
        <p:guide pos="29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7" Type="http://schemas.openxmlformats.org/officeDocument/2006/relationships/image" Target="../media/image11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wmf"/><Relationship Id="rId1" Type="http://schemas.openxmlformats.org/officeDocument/2006/relationships/image" Target="../media/image13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7" Type="http://schemas.openxmlformats.org/officeDocument/2006/relationships/image" Target="../media/image23.wmf"/><Relationship Id="rId2" Type="http://schemas.openxmlformats.org/officeDocument/2006/relationships/image" Target="../media/image18.emf"/><Relationship Id="rId1" Type="http://schemas.openxmlformats.org/officeDocument/2006/relationships/image" Target="../media/image17.emf"/><Relationship Id="rId6" Type="http://schemas.openxmlformats.org/officeDocument/2006/relationships/image" Target="../media/image22.emf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image" Target="../media/image26.emf"/><Relationship Id="rId7" Type="http://schemas.openxmlformats.org/officeDocument/2006/relationships/image" Target="../media/image28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6" Type="http://schemas.openxmlformats.org/officeDocument/2006/relationships/image" Target="../media/image27.wmf"/><Relationship Id="rId5" Type="http://schemas.openxmlformats.org/officeDocument/2006/relationships/image" Target="../media/image19.emf"/><Relationship Id="rId10" Type="http://schemas.openxmlformats.org/officeDocument/2006/relationships/image" Target="../media/image31.wmf"/><Relationship Id="rId4" Type="http://schemas.openxmlformats.org/officeDocument/2006/relationships/image" Target="../media/image21.wmf"/><Relationship Id="rId9" Type="http://schemas.openxmlformats.org/officeDocument/2006/relationships/image" Target="../media/image30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image" Target="../media/image34.emf"/><Relationship Id="rId7" Type="http://schemas.openxmlformats.org/officeDocument/2006/relationships/image" Target="../media/image27.wmf"/><Relationship Id="rId12" Type="http://schemas.openxmlformats.org/officeDocument/2006/relationships/image" Target="../media/image37.wmf"/><Relationship Id="rId2" Type="http://schemas.openxmlformats.org/officeDocument/2006/relationships/image" Target="../media/image33.emf"/><Relationship Id="rId1" Type="http://schemas.openxmlformats.org/officeDocument/2006/relationships/image" Target="../media/image32.emf"/><Relationship Id="rId6" Type="http://schemas.openxmlformats.org/officeDocument/2006/relationships/image" Target="../media/image19.emf"/><Relationship Id="rId11" Type="http://schemas.openxmlformats.org/officeDocument/2006/relationships/image" Target="../media/image36.wmf"/><Relationship Id="rId5" Type="http://schemas.openxmlformats.org/officeDocument/2006/relationships/image" Target="../media/image35.wmf"/><Relationship Id="rId10" Type="http://schemas.openxmlformats.org/officeDocument/2006/relationships/image" Target="../media/image30.wmf"/><Relationship Id="rId4" Type="http://schemas.openxmlformats.org/officeDocument/2006/relationships/image" Target="../media/image25.wmf"/><Relationship Id="rId9" Type="http://schemas.openxmlformats.org/officeDocument/2006/relationships/image" Target="../media/image29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Relationship Id="rId5" Type="http://schemas.openxmlformats.org/officeDocument/2006/relationships/image" Target="../media/image19.emf"/><Relationship Id="rId4" Type="http://schemas.openxmlformats.org/officeDocument/2006/relationships/image" Target="../media/image41.e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image" Target="../media/image42.emf"/><Relationship Id="rId7" Type="http://schemas.openxmlformats.org/officeDocument/2006/relationships/image" Target="../media/image39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6" Type="http://schemas.openxmlformats.org/officeDocument/2006/relationships/image" Target="../media/image38.wmf"/><Relationship Id="rId5" Type="http://schemas.openxmlformats.org/officeDocument/2006/relationships/image" Target="../media/image44.emf"/><Relationship Id="rId10" Type="http://schemas.openxmlformats.org/officeDocument/2006/relationships/image" Target="../media/image19.emf"/><Relationship Id="rId4" Type="http://schemas.openxmlformats.org/officeDocument/2006/relationships/image" Target="../media/image43.emf"/><Relationship Id="rId9" Type="http://schemas.openxmlformats.org/officeDocument/2006/relationships/image" Target="../media/image45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7.emf"/><Relationship Id="rId1" Type="http://schemas.openxmlformats.org/officeDocument/2006/relationships/image" Target="../media/image46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image" Target="../media/image50.emf"/><Relationship Id="rId1" Type="http://schemas.openxmlformats.org/officeDocument/2006/relationships/image" Target="../media/image49.emf"/><Relationship Id="rId5" Type="http://schemas.openxmlformats.org/officeDocument/2006/relationships/image" Target="../media/image53.wmf"/><Relationship Id="rId4" Type="http://schemas.openxmlformats.org/officeDocument/2006/relationships/image" Target="../media/image52.e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61.emf"/><Relationship Id="rId13" Type="http://schemas.openxmlformats.org/officeDocument/2006/relationships/image" Target="../media/image66.emf"/><Relationship Id="rId3" Type="http://schemas.openxmlformats.org/officeDocument/2006/relationships/image" Target="../media/image56.emf"/><Relationship Id="rId7" Type="http://schemas.openxmlformats.org/officeDocument/2006/relationships/image" Target="../media/image60.emf"/><Relationship Id="rId12" Type="http://schemas.openxmlformats.org/officeDocument/2006/relationships/image" Target="../media/image65.emf"/><Relationship Id="rId2" Type="http://schemas.openxmlformats.org/officeDocument/2006/relationships/image" Target="../media/image55.emf"/><Relationship Id="rId16" Type="http://schemas.openxmlformats.org/officeDocument/2006/relationships/image" Target="../media/image69.emf"/><Relationship Id="rId1" Type="http://schemas.openxmlformats.org/officeDocument/2006/relationships/image" Target="../media/image54.emf"/><Relationship Id="rId6" Type="http://schemas.openxmlformats.org/officeDocument/2006/relationships/image" Target="../media/image59.emf"/><Relationship Id="rId11" Type="http://schemas.openxmlformats.org/officeDocument/2006/relationships/image" Target="../media/image64.emf"/><Relationship Id="rId5" Type="http://schemas.openxmlformats.org/officeDocument/2006/relationships/image" Target="../media/image58.emf"/><Relationship Id="rId15" Type="http://schemas.openxmlformats.org/officeDocument/2006/relationships/image" Target="../media/image68.emf"/><Relationship Id="rId10" Type="http://schemas.openxmlformats.org/officeDocument/2006/relationships/image" Target="../media/image63.emf"/><Relationship Id="rId4" Type="http://schemas.openxmlformats.org/officeDocument/2006/relationships/image" Target="../media/image57.emf"/><Relationship Id="rId9" Type="http://schemas.openxmlformats.org/officeDocument/2006/relationships/image" Target="../media/image62.emf"/><Relationship Id="rId14" Type="http://schemas.openxmlformats.org/officeDocument/2006/relationships/image" Target="../media/image67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2.wmf"/><Relationship Id="rId2" Type="http://schemas.openxmlformats.org/officeDocument/2006/relationships/image" Target="../media/image71.wmf"/><Relationship Id="rId1" Type="http://schemas.openxmlformats.org/officeDocument/2006/relationships/image" Target="../media/image70.wmf"/><Relationship Id="rId6" Type="http://schemas.openxmlformats.org/officeDocument/2006/relationships/image" Target="../media/image75.wmf"/><Relationship Id="rId5" Type="http://schemas.openxmlformats.org/officeDocument/2006/relationships/image" Target="../media/image74.wmf"/><Relationship Id="rId4" Type="http://schemas.openxmlformats.org/officeDocument/2006/relationships/image" Target="../media/image73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6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Relationship Id="rId6" Type="http://schemas.openxmlformats.org/officeDocument/2006/relationships/image" Target="../media/image82.wmf"/><Relationship Id="rId5" Type="http://schemas.openxmlformats.org/officeDocument/2006/relationships/image" Target="../media/image81.wmf"/><Relationship Id="rId4" Type="http://schemas.openxmlformats.org/officeDocument/2006/relationships/image" Target="../media/image80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89.wmf"/><Relationship Id="rId3" Type="http://schemas.openxmlformats.org/officeDocument/2006/relationships/image" Target="../media/image84.wmf"/><Relationship Id="rId7" Type="http://schemas.openxmlformats.org/officeDocument/2006/relationships/image" Target="../media/image88.wmf"/><Relationship Id="rId2" Type="http://schemas.openxmlformats.org/officeDocument/2006/relationships/image" Target="../media/image83.wmf"/><Relationship Id="rId1" Type="http://schemas.openxmlformats.org/officeDocument/2006/relationships/image" Target="../media/image79.wmf"/><Relationship Id="rId6" Type="http://schemas.openxmlformats.org/officeDocument/2006/relationships/image" Target="../media/image87.wmf"/><Relationship Id="rId11" Type="http://schemas.openxmlformats.org/officeDocument/2006/relationships/image" Target="../media/image92.wmf"/><Relationship Id="rId5" Type="http://schemas.openxmlformats.org/officeDocument/2006/relationships/image" Target="../media/image86.wmf"/><Relationship Id="rId10" Type="http://schemas.openxmlformats.org/officeDocument/2006/relationships/image" Target="../media/image91.wmf"/><Relationship Id="rId4" Type="http://schemas.openxmlformats.org/officeDocument/2006/relationships/image" Target="../media/image85.wmf"/><Relationship Id="rId9" Type="http://schemas.openxmlformats.org/officeDocument/2006/relationships/image" Target="../media/image90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99.wmf"/><Relationship Id="rId13" Type="http://schemas.openxmlformats.org/officeDocument/2006/relationships/image" Target="../media/image104.wmf"/><Relationship Id="rId3" Type="http://schemas.openxmlformats.org/officeDocument/2006/relationships/image" Target="../media/image81.wmf"/><Relationship Id="rId7" Type="http://schemas.openxmlformats.org/officeDocument/2006/relationships/image" Target="../media/image98.wmf"/><Relationship Id="rId12" Type="http://schemas.openxmlformats.org/officeDocument/2006/relationships/image" Target="../media/image103.wmf"/><Relationship Id="rId2" Type="http://schemas.openxmlformats.org/officeDocument/2006/relationships/image" Target="../media/image94.wmf"/><Relationship Id="rId1" Type="http://schemas.openxmlformats.org/officeDocument/2006/relationships/image" Target="../media/image93.wmf"/><Relationship Id="rId6" Type="http://schemas.openxmlformats.org/officeDocument/2006/relationships/image" Target="../media/image97.wmf"/><Relationship Id="rId11" Type="http://schemas.openxmlformats.org/officeDocument/2006/relationships/image" Target="../media/image102.wmf"/><Relationship Id="rId5" Type="http://schemas.openxmlformats.org/officeDocument/2006/relationships/image" Target="../media/image96.wmf"/><Relationship Id="rId10" Type="http://schemas.openxmlformats.org/officeDocument/2006/relationships/image" Target="../media/image101.wmf"/><Relationship Id="rId4" Type="http://schemas.openxmlformats.org/officeDocument/2006/relationships/image" Target="../media/image95.wmf"/><Relationship Id="rId9" Type="http://schemas.openxmlformats.org/officeDocument/2006/relationships/image" Target="../media/image100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38.wmf"/><Relationship Id="rId1" Type="http://schemas.openxmlformats.org/officeDocument/2006/relationships/image" Target="../media/image47.emf"/><Relationship Id="rId4" Type="http://schemas.openxmlformats.org/officeDocument/2006/relationships/image" Target="../media/image108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wmf"/><Relationship Id="rId2" Type="http://schemas.openxmlformats.org/officeDocument/2006/relationships/image" Target="../media/image55.emf"/><Relationship Id="rId1" Type="http://schemas.openxmlformats.org/officeDocument/2006/relationships/image" Target="../media/image54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image" Target="../media/image57.emf"/><Relationship Id="rId1" Type="http://schemas.openxmlformats.org/officeDocument/2006/relationships/image" Target="../media/image56.emf"/><Relationship Id="rId6" Type="http://schemas.openxmlformats.org/officeDocument/2006/relationships/image" Target="../media/image95.wmf"/><Relationship Id="rId5" Type="http://schemas.openxmlformats.org/officeDocument/2006/relationships/image" Target="../media/image81.wmf"/><Relationship Id="rId4" Type="http://schemas.openxmlformats.org/officeDocument/2006/relationships/image" Target="../media/image7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>
            <a:extLst>
              <a:ext uri="{FF2B5EF4-FFF2-40B4-BE49-F238E27FC236}">
                <a16:creationId xmlns:a16="http://schemas.microsoft.com/office/drawing/2014/main" id="{6EB0B2DC-0C77-477F-97D7-94516470887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defRPr kumimoji="1"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21891" name="Rectangle 3">
            <a:extLst>
              <a:ext uri="{FF2B5EF4-FFF2-40B4-BE49-F238E27FC236}">
                <a16:creationId xmlns:a16="http://schemas.microsoft.com/office/drawing/2014/main" id="{23ED7083-5019-45CC-B1E5-1D4BBB521E3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defRPr kumimoji="1"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21892" name="Rectangle 4">
            <a:extLst>
              <a:ext uri="{FF2B5EF4-FFF2-40B4-BE49-F238E27FC236}">
                <a16:creationId xmlns:a16="http://schemas.microsoft.com/office/drawing/2014/main" id="{FF6F099F-B932-4DC2-A93C-621AFC1AE3D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defRPr kumimoji="1"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21893" name="Rectangle 5">
            <a:extLst>
              <a:ext uri="{FF2B5EF4-FFF2-40B4-BE49-F238E27FC236}">
                <a16:creationId xmlns:a16="http://schemas.microsoft.com/office/drawing/2014/main" id="{1B9EF04B-EEA5-455A-B091-E8D53F8B25B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 noProof="1" dirty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CFB0766-A20D-451D-9656-99B6FFE8B61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10C172C6-83D2-4D2D-A1BA-48C2B17F7DC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defRPr kumimoji="1"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54378294-E3A8-4C11-91E7-B624213F3D3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defRPr kumimoji="1"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47FCE58E-E634-4DF7-9678-2D48F1661ECE}"/>
              </a:ext>
            </a:extLst>
          </p:cNvPr>
          <p:cNvSpPr>
            <a:spLocks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id="{14A315C9-752B-4396-B5EB-A991156C0C9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0726" name="Rectangle 6">
            <a:extLst>
              <a:ext uri="{FF2B5EF4-FFF2-40B4-BE49-F238E27FC236}">
                <a16:creationId xmlns:a16="http://schemas.microsoft.com/office/drawing/2014/main" id="{61ED309B-F5D4-4E44-BD95-29B3A3BF701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defRPr kumimoji="1"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27" name="Rectangle 7">
            <a:extLst>
              <a:ext uri="{FF2B5EF4-FFF2-40B4-BE49-F238E27FC236}">
                <a16:creationId xmlns:a16="http://schemas.microsoft.com/office/drawing/2014/main" id="{5B55FBA8-ABFA-4C27-9317-3F3015F1E1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 noProof="1" dirty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3F6434A-E9FF-4F51-8F62-A52B2F28519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C008EF2-D70E-48B4-A0D1-4C4B14171C4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26E4B7C-5784-4C32-9723-F03212FB03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BC25C18-E390-4695-AFE1-651635492B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A47406-1A91-4BBC-AC49-078036ED3A9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29637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27904C6-100F-47B8-9390-592084826B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A699C76-AF45-4C56-B290-7D8BBEA238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8D93469-C65F-4D6F-8902-D150C50C61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CEE16D-4A9D-4151-8C3D-DB7218BA5FF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5556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5688204-888F-40C7-8C6A-BB935C03FC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4E4BE76-57A9-42B5-93B7-55AC68A8CB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284C2E0-0542-4877-B266-35ABB0B597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E641A8-974E-4A53-A80C-031BD26E977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97843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067126-C132-4024-8E0F-A442F82BE2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68EC3D-272C-4105-8776-15F5F12378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43CAA1-DAE0-4C57-B531-86BC600312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409F38-5F69-4A13-A3F9-7A2B9AE9D96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2486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169AC41-31C1-4CAE-9778-954C7D744DA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B1E4905-0B2F-41D9-B6F8-7D3F0F048E8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F3B45E7-91E9-4661-A9C5-EF70CA3036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6FFAF5-06FD-4869-888A-11C5AE3BA1C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736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DE14F7C-CC0F-42DC-A17E-EE5B6838CA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CE4ED47-95B8-4BE1-BBF1-A261FC014F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24F6CBA-CCAD-4B0B-85BE-84179DDD1C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A13469-A943-4B5E-B724-54283D8C0A1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6882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F287C5F-588F-4BBD-AD23-06FC1C74D1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18E77F4-2160-4705-9223-8A128B0258C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1EAC9B6-49DD-4B93-80D4-2AB9B04EA8D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FAEED0-57FF-4A9C-B13D-BC7C448C6BC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2416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D27F36-A193-4E90-8E90-7F11507EFF6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1B1A35-7D2E-48A6-89EE-ED0DF1299E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77CD03-1394-4450-AC8C-BC50A3308E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F9E6D2-8E35-431E-B381-156925FA8C4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4390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5BFA1C-8123-41B9-80C0-7FBE47B246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1BCA12-3FA3-4B66-94F1-3B15D685DE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DCEEE8-6EEA-4586-844D-57AA3D647F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F3B5C9-C8EB-4020-96E2-45B8E07D172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1103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50B09FE-B61D-41FD-AAA9-E47524EE495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57C1D58-AFB5-49C8-8FC2-969D34340B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CB58CAA-E400-44E0-9057-582A9244C9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1B845A-0BEC-4EBB-A462-6304640318B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7305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A98B083-F94A-4CDF-A295-FAE904E1CF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D09DDC8-515A-4D59-9597-C68090AB61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D4DF5B1-A572-425F-93CB-6B97756B98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03F332-5BDF-41ED-A96E-CBBA1DC67F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00172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966A1F2-05D9-42CA-A089-E2F8CBBB34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0EB7ECA-6B51-4C90-B064-F8C3C5C867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51E1375-A23A-4085-8245-7996A0B943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E0EE4E-E5D2-4591-9976-45DC053A075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17290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0B90AD4A-CC2E-4651-9E1C-159E4911DBB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8FFAAA69-972D-40C9-8B8F-506488528B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8AE64700-67F9-434D-A90A-3D5D88F226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74C6FD-E7FB-4EA8-A5C0-63EA079467D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08980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8D0A57E-A0F4-4AE7-88C8-52D12DBD09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0441A72-D47A-45E5-BBA9-FC08634FBE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56B2434-F418-4C8D-8CFA-60B6ED5841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0C5C77-B036-4233-AD49-952E408A42E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83967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62584B1-D888-446A-B02D-1D9491977A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80C8F01-939A-4ABD-99BC-9B27369860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6055445-D02E-45DB-99C7-9A67594B9B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4F9895-F3ED-46DD-BCA0-98B2A6363C0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38276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0370E3C-0AD6-450D-A3E8-DC579912117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741922F-F399-4632-867A-67DD5A3FFC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A90DE44-100B-4DD1-9F8F-A34C3B771D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B5E072-03CF-42E5-9F1A-50CDAE99B6F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89433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709F92-A955-45A0-B124-ECBDE97FCE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48A986-1FE3-4A29-8067-C85C26D5C0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67A1BC-D4D4-455D-B16B-E45C6FE70C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4A6FCA-E9F5-49B3-8269-D814FF29F46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49659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581BD41-8F3A-4023-B7AE-366C64ACAF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8640138-8F1C-4E4E-ABEF-167E3BC4A8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131BD6A-AD24-42AC-B6C7-332E3241457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07119B-28E6-4EDF-9657-4CAE4344609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36163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8059804-913A-4ACE-8DAD-E3D8247642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59D7E0A-AAC3-4A33-B09B-FC1DBDDD7C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82EEF95-068A-49FF-929A-127E6E2162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A05A58-CF88-4823-956A-8F6048905CA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4064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FA01527A-47C9-4769-B20C-F7FAD20667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0AF3C87-19D0-417B-B3E7-F5A1E758BC4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E5F1C14-2335-40C5-975B-544A4B76A0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8A951A-8BAF-49B8-8BBC-77627B81609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25766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4C6E24-0E69-4D22-80B8-63B4D9E644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52C858-A839-4641-A0FB-79BA71DEE8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3ECBEB-17D6-4A66-8DC0-4AF10B2AB6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7D56D6-8B1D-447C-949E-B384A38CB38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541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C2FADB-E567-4B05-8445-A9D36E5A6DE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7ECE8C-10B5-4829-BD39-40D620BCDC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8207D4-7408-4FD8-AE35-F010D99D0E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AC2FB2-0BF4-4069-BF15-EC00ADDDD76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03687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41D4A95-2B73-44B5-8016-1FD455C903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A6C002F-63B0-454C-939B-7189970670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A6FB70E-8493-403C-8411-E9305CE5DA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FB62A0-84E1-4715-9E3F-8EF703D194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88184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06C1C2D-FDF8-4CE5-8691-5722D68872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A9C77D4-B58C-488B-B0A8-C8C18F8367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02CCE7C-02DE-450F-80E7-3395710877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20A077-7603-4EAF-92D6-5922263EF76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4228495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E5269EF-1249-46BB-9250-AD2F1EBBB2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E3E0923-9E4D-4E5F-BD6E-6D69017495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D20AC97-E190-46F0-9DA8-44CD3C6D73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E62578-7410-4380-A00B-CFA6C091C0E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23319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89BDB855-860B-4F83-8FC9-1E1D6A6007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8B8D6815-A2BC-4131-863A-CE588FAF4C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585E4614-7DBC-41DC-AE1A-090924EDA5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8D24EF-5AF6-4F04-9A41-1625AA1BEBF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3257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3061779-DF96-4215-9056-E5375CDFC06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9A3FBD0-617D-4AD1-81C2-4C9BA32A79F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FF87F70-CD78-40CC-87D5-A1EF05C3964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defRPr kumimoji="1" sz="1400" b="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E61C546-C830-41F9-8B13-E4B740C8763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spcBef>
                <a:spcPct val="0"/>
              </a:spcBef>
              <a:defRPr kumimoji="1" sz="1400" b="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AA1DFCD-2D9E-4A61-87FA-B601158A4A6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b="0" noProof="1" dirty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942DFA26-236B-41A3-81BB-94EE5F745C5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1" r:id="rId2"/>
    <p:sldLayoutId id="2147483660" r:id="rId3"/>
    <p:sldLayoutId id="2147483659" r:id="rId4"/>
    <p:sldLayoutId id="2147483658" r:id="rId5"/>
    <p:sldLayoutId id="2147483657" r:id="rId6"/>
    <p:sldLayoutId id="2147483656" r:id="rId7"/>
    <p:sldLayoutId id="2147483655" r:id="rId8"/>
    <p:sldLayoutId id="2147483654" r:id="rId9"/>
    <p:sldLayoutId id="2147483653" r:id="rId10"/>
    <p:sldLayoutId id="2147483652" r:id="rId11"/>
    <p:sldLayoutId id="2147483651" r:id="rId12"/>
    <p:sldLayoutId id="2147483650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38F4E79-757E-4187-A4FB-11E2EAB8EF5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C5A55B58-91C9-4ACE-9488-D70BFDA814A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4CB9CB3-DD50-49CE-8A0F-B882575523C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defRPr kumimoji="1" sz="1400" b="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7CC9BD4-B0C5-4E0A-B38A-916D46751AD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spcBef>
                <a:spcPct val="0"/>
              </a:spcBef>
              <a:defRPr kumimoji="1" sz="1400" b="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BF98CDD-4ED4-4C2A-BBEF-F866824C5CC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b="0" noProof="1" dirty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67E3159E-AEE9-4E04-A371-51306AAD365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4" r:id="rId2"/>
    <p:sldLayoutId id="2147483673" r:id="rId3"/>
    <p:sldLayoutId id="2147483672" r:id="rId4"/>
    <p:sldLayoutId id="2147483671" r:id="rId5"/>
    <p:sldLayoutId id="2147483670" r:id="rId6"/>
    <p:sldLayoutId id="2147483669" r:id="rId7"/>
    <p:sldLayoutId id="2147483668" r:id="rId8"/>
    <p:sldLayoutId id="2147483667" r:id="rId9"/>
    <p:sldLayoutId id="2147483666" r:id="rId10"/>
    <p:sldLayoutId id="2147483665" r:id="rId11"/>
    <p:sldLayoutId id="2147483664" r:id="rId12"/>
    <p:sldLayoutId id="2147483663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13" Type="http://schemas.openxmlformats.org/officeDocument/2006/relationships/oleObject" Target="../embeddings/oleObject10.bin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9.wmf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11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6.bin"/><Relationship Id="rId15" Type="http://schemas.openxmlformats.org/officeDocument/2006/relationships/oleObject" Target="../embeddings/oleObject11.bin"/><Relationship Id="rId10" Type="http://schemas.openxmlformats.org/officeDocument/2006/relationships/image" Target="../media/image8.w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8.bin"/><Relationship Id="rId14" Type="http://schemas.openxmlformats.org/officeDocument/2006/relationships/image" Target="../media/image10.w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3.emf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13" Type="http://schemas.openxmlformats.org/officeDocument/2006/relationships/oleObject" Target="../embeddings/oleObject20.bin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21.wmf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23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18.e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6.bin"/><Relationship Id="rId15" Type="http://schemas.openxmlformats.org/officeDocument/2006/relationships/oleObject" Target="../embeddings/oleObject21.bin"/><Relationship Id="rId10" Type="http://schemas.openxmlformats.org/officeDocument/2006/relationships/image" Target="../media/image20.wmf"/><Relationship Id="rId4" Type="http://schemas.openxmlformats.org/officeDocument/2006/relationships/image" Target="../media/image17.emf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22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13" Type="http://schemas.openxmlformats.org/officeDocument/2006/relationships/image" Target="../media/image19.emf"/><Relationship Id="rId18" Type="http://schemas.openxmlformats.org/officeDocument/2006/relationships/oleObject" Target="../embeddings/oleObject30.bin"/><Relationship Id="rId3" Type="http://schemas.openxmlformats.org/officeDocument/2006/relationships/oleObject" Target="../embeddings/oleObject22.bin"/><Relationship Id="rId21" Type="http://schemas.openxmlformats.org/officeDocument/2006/relationships/image" Target="../media/image30.wmf"/><Relationship Id="rId7" Type="http://schemas.openxmlformats.org/officeDocument/2006/relationships/oleObject" Target="../embeddings/oleObject24.bin"/><Relationship Id="rId12" Type="http://schemas.openxmlformats.org/officeDocument/2006/relationships/oleObject" Target="../embeddings/oleObject27.bin"/><Relationship Id="rId17" Type="http://schemas.openxmlformats.org/officeDocument/2006/relationships/image" Target="../media/image2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9.bin"/><Relationship Id="rId20" Type="http://schemas.openxmlformats.org/officeDocument/2006/relationships/oleObject" Target="../embeddings/oleObject31.bin"/><Relationship Id="rId1" Type="http://schemas.openxmlformats.org/officeDocument/2006/relationships/vmlDrawing" Target="../drawings/vmlDrawing5.vml"/><Relationship Id="rId6" Type="http://schemas.openxmlformats.org/officeDocument/2006/relationships/image" Target="../media/image25.wmf"/><Relationship Id="rId11" Type="http://schemas.openxmlformats.org/officeDocument/2006/relationships/image" Target="../media/image21.wmf"/><Relationship Id="rId5" Type="http://schemas.openxmlformats.org/officeDocument/2006/relationships/oleObject" Target="../embeddings/oleObject23.bin"/><Relationship Id="rId15" Type="http://schemas.openxmlformats.org/officeDocument/2006/relationships/image" Target="../media/image27.wmf"/><Relationship Id="rId23" Type="http://schemas.openxmlformats.org/officeDocument/2006/relationships/image" Target="../media/image31.wmf"/><Relationship Id="rId10" Type="http://schemas.openxmlformats.org/officeDocument/2006/relationships/oleObject" Target="../embeddings/oleObject26.bin"/><Relationship Id="rId19" Type="http://schemas.openxmlformats.org/officeDocument/2006/relationships/image" Target="../media/image29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25.bin"/><Relationship Id="rId14" Type="http://schemas.openxmlformats.org/officeDocument/2006/relationships/oleObject" Target="../embeddings/oleObject28.bin"/><Relationship Id="rId22" Type="http://schemas.openxmlformats.org/officeDocument/2006/relationships/oleObject" Target="../embeddings/oleObject32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13" Type="http://schemas.openxmlformats.org/officeDocument/2006/relationships/oleObject" Target="../embeddings/oleObject38.bin"/><Relationship Id="rId18" Type="http://schemas.openxmlformats.org/officeDocument/2006/relationships/image" Target="../media/image28.wmf"/><Relationship Id="rId26" Type="http://schemas.openxmlformats.org/officeDocument/2006/relationships/image" Target="../media/image37.wmf"/><Relationship Id="rId3" Type="http://schemas.openxmlformats.org/officeDocument/2006/relationships/oleObject" Target="../embeddings/oleObject33.bin"/><Relationship Id="rId21" Type="http://schemas.openxmlformats.org/officeDocument/2006/relationships/oleObject" Target="../embeddings/oleObject42.bin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35.wmf"/><Relationship Id="rId17" Type="http://schemas.openxmlformats.org/officeDocument/2006/relationships/oleObject" Target="../embeddings/oleObject40.bin"/><Relationship Id="rId25" Type="http://schemas.openxmlformats.org/officeDocument/2006/relationships/oleObject" Target="../embeddings/oleObject4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.wmf"/><Relationship Id="rId20" Type="http://schemas.openxmlformats.org/officeDocument/2006/relationships/image" Target="../media/image29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33.emf"/><Relationship Id="rId11" Type="http://schemas.openxmlformats.org/officeDocument/2006/relationships/oleObject" Target="../embeddings/oleObject37.bin"/><Relationship Id="rId24" Type="http://schemas.openxmlformats.org/officeDocument/2006/relationships/image" Target="../media/image36.wmf"/><Relationship Id="rId5" Type="http://schemas.openxmlformats.org/officeDocument/2006/relationships/oleObject" Target="../embeddings/oleObject34.bin"/><Relationship Id="rId15" Type="http://schemas.openxmlformats.org/officeDocument/2006/relationships/oleObject" Target="../embeddings/oleObject39.bin"/><Relationship Id="rId23" Type="http://schemas.openxmlformats.org/officeDocument/2006/relationships/oleObject" Target="../embeddings/oleObject43.bin"/><Relationship Id="rId10" Type="http://schemas.openxmlformats.org/officeDocument/2006/relationships/image" Target="../media/image25.wmf"/><Relationship Id="rId19" Type="http://schemas.openxmlformats.org/officeDocument/2006/relationships/oleObject" Target="../embeddings/oleObject41.bin"/><Relationship Id="rId4" Type="http://schemas.openxmlformats.org/officeDocument/2006/relationships/image" Target="../media/image32.emf"/><Relationship Id="rId9" Type="http://schemas.openxmlformats.org/officeDocument/2006/relationships/oleObject" Target="../embeddings/oleObject36.bin"/><Relationship Id="rId14" Type="http://schemas.openxmlformats.org/officeDocument/2006/relationships/image" Target="../media/image19.emf"/><Relationship Id="rId22" Type="http://schemas.openxmlformats.org/officeDocument/2006/relationships/image" Target="../media/image30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12" Type="http://schemas.openxmlformats.org/officeDocument/2006/relationships/image" Target="../media/image19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9.wmf"/><Relationship Id="rId11" Type="http://schemas.openxmlformats.org/officeDocument/2006/relationships/oleObject" Target="../embeddings/oleObject49.bin"/><Relationship Id="rId5" Type="http://schemas.openxmlformats.org/officeDocument/2006/relationships/oleObject" Target="../embeddings/oleObject46.bin"/><Relationship Id="rId10" Type="http://schemas.openxmlformats.org/officeDocument/2006/relationships/image" Target="../media/image41.emf"/><Relationship Id="rId4" Type="http://schemas.openxmlformats.org/officeDocument/2006/relationships/image" Target="../media/image38.wmf"/><Relationship Id="rId9" Type="http://schemas.openxmlformats.org/officeDocument/2006/relationships/oleObject" Target="../embeddings/oleObject48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emf"/><Relationship Id="rId13" Type="http://schemas.openxmlformats.org/officeDocument/2006/relationships/oleObject" Target="../embeddings/oleObject55.bin"/><Relationship Id="rId18" Type="http://schemas.openxmlformats.org/officeDocument/2006/relationships/oleObject" Target="../embeddings/oleObject58.bin"/><Relationship Id="rId3" Type="http://schemas.openxmlformats.org/officeDocument/2006/relationships/oleObject" Target="../embeddings/oleObject50.bin"/><Relationship Id="rId21" Type="http://schemas.openxmlformats.org/officeDocument/2006/relationships/image" Target="../media/image45.wmf"/><Relationship Id="rId7" Type="http://schemas.openxmlformats.org/officeDocument/2006/relationships/oleObject" Target="../embeddings/oleObject52.bin"/><Relationship Id="rId12" Type="http://schemas.openxmlformats.org/officeDocument/2006/relationships/image" Target="../media/image44.emf"/><Relationship Id="rId17" Type="http://schemas.openxmlformats.org/officeDocument/2006/relationships/oleObject" Target="../embeddings/oleObject5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9.wmf"/><Relationship Id="rId20" Type="http://schemas.openxmlformats.org/officeDocument/2006/relationships/oleObject" Target="../embeddings/oleObject59.bin"/><Relationship Id="rId1" Type="http://schemas.openxmlformats.org/officeDocument/2006/relationships/vmlDrawing" Target="../drawings/vmlDrawing8.vml"/><Relationship Id="rId6" Type="http://schemas.openxmlformats.org/officeDocument/2006/relationships/image" Target="../media/image25.wmf"/><Relationship Id="rId11" Type="http://schemas.openxmlformats.org/officeDocument/2006/relationships/oleObject" Target="../embeddings/oleObject54.bin"/><Relationship Id="rId5" Type="http://schemas.openxmlformats.org/officeDocument/2006/relationships/oleObject" Target="../embeddings/oleObject51.bin"/><Relationship Id="rId15" Type="http://schemas.openxmlformats.org/officeDocument/2006/relationships/oleObject" Target="../embeddings/oleObject56.bin"/><Relationship Id="rId23" Type="http://schemas.openxmlformats.org/officeDocument/2006/relationships/image" Target="../media/image19.emf"/><Relationship Id="rId10" Type="http://schemas.openxmlformats.org/officeDocument/2006/relationships/image" Target="../media/image43.emf"/><Relationship Id="rId19" Type="http://schemas.openxmlformats.org/officeDocument/2006/relationships/image" Target="../media/image40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53.bin"/><Relationship Id="rId14" Type="http://schemas.openxmlformats.org/officeDocument/2006/relationships/image" Target="../media/image38.wmf"/><Relationship Id="rId22" Type="http://schemas.openxmlformats.org/officeDocument/2006/relationships/oleObject" Target="../embeddings/oleObject60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3" Type="http://schemas.openxmlformats.org/officeDocument/2006/relationships/oleObject" Target="../embeddings/oleObject61.bin"/><Relationship Id="rId7" Type="http://schemas.openxmlformats.org/officeDocument/2006/relationships/oleObject" Target="../embeddings/oleObject6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7.emf"/><Relationship Id="rId5" Type="http://schemas.openxmlformats.org/officeDocument/2006/relationships/oleObject" Target="../embeddings/oleObject62.bin"/><Relationship Id="rId4" Type="http://schemas.openxmlformats.org/officeDocument/2006/relationships/image" Target="../media/image46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emf"/><Relationship Id="rId3" Type="http://schemas.openxmlformats.org/officeDocument/2006/relationships/oleObject" Target="../embeddings/oleObject64.bin"/><Relationship Id="rId7" Type="http://schemas.openxmlformats.org/officeDocument/2006/relationships/oleObject" Target="../embeddings/oleObject66.bin"/><Relationship Id="rId12" Type="http://schemas.openxmlformats.org/officeDocument/2006/relationships/image" Target="../media/image53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0.emf"/><Relationship Id="rId11" Type="http://schemas.openxmlformats.org/officeDocument/2006/relationships/oleObject" Target="../embeddings/oleObject68.bin"/><Relationship Id="rId5" Type="http://schemas.openxmlformats.org/officeDocument/2006/relationships/oleObject" Target="../embeddings/oleObject65.bin"/><Relationship Id="rId10" Type="http://schemas.openxmlformats.org/officeDocument/2006/relationships/image" Target="../media/image52.emf"/><Relationship Id="rId4" Type="http://schemas.openxmlformats.org/officeDocument/2006/relationships/image" Target="../media/image49.emf"/><Relationship Id="rId9" Type="http://schemas.openxmlformats.org/officeDocument/2006/relationships/oleObject" Target="../embeddings/oleObject67.bin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74.bin"/><Relationship Id="rId18" Type="http://schemas.openxmlformats.org/officeDocument/2006/relationships/image" Target="../media/image61.emf"/><Relationship Id="rId26" Type="http://schemas.openxmlformats.org/officeDocument/2006/relationships/image" Target="../media/image65.emf"/><Relationship Id="rId3" Type="http://schemas.openxmlformats.org/officeDocument/2006/relationships/oleObject" Target="../embeddings/oleObject69.bin"/><Relationship Id="rId21" Type="http://schemas.openxmlformats.org/officeDocument/2006/relationships/oleObject" Target="../embeddings/oleObject78.bin"/><Relationship Id="rId34" Type="http://schemas.openxmlformats.org/officeDocument/2006/relationships/image" Target="../media/image69.emf"/><Relationship Id="rId7" Type="http://schemas.openxmlformats.org/officeDocument/2006/relationships/oleObject" Target="../embeddings/oleObject71.bin"/><Relationship Id="rId12" Type="http://schemas.openxmlformats.org/officeDocument/2006/relationships/image" Target="../media/image58.emf"/><Relationship Id="rId17" Type="http://schemas.openxmlformats.org/officeDocument/2006/relationships/oleObject" Target="../embeddings/oleObject76.bin"/><Relationship Id="rId25" Type="http://schemas.openxmlformats.org/officeDocument/2006/relationships/oleObject" Target="../embeddings/oleObject80.bin"/><Relationship Id="rId33" Type="http://schemas.openxmlformats.org/officeDocument/2006/relationships/oleObject" Target="../embeddings/oleObject84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60.emf"/><Relationship Id="rId20" Type="http://schemas.openxmlformats.org/officeDocument/2006/relationships/image" Target="../media/image62.emf"/><Relationship Id="rId29" Type="http://schemas.openxmlformats.org/officeDocument/2006/relationships/oleObject" Target="../embeddings/oleObject82.bin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5.emf"/><Relationship Id="rId11" Type="http://schemas.openxmlformats.org/officeDocument/2006/relationships/oleObject" Target="../embeddings/oleObject73.bin"/><Relationship Id="rId24" Type="http://schemas.openxmlformats.org/officeDocument/2006/relationships/image" Target="../media/image64.emf"/><Relationship Id="rId32" Type="http://schemas.openxmlformats.org/officeDocument/2006/relationships/image" Target="../media/image68.emf"/><Relationship Id="rId5" Type="http://schemas.openxmlformats.org/officeDocument/2006/relationships/oleObject" Target="../embeddings/oleObject70.bin"/><Relationship Id="rId15" Type="http://schemas.openxmlformats.org/officeDocument/2006/relationships/oleObject" Target="../embeddings/oleObject75.bin"/><Relationship Id="rId23" Type="http://schemas.openxmlformats.org/officeDocument/2006/relationships/oleObject" Target="../embeddings/oleObject79.bin"/><Relationship Id="rId28" Type="http://schemas.openxmlformats.org/officeDocument/2006/relationships/image" Target="../media/image66.emf"/><Relationship Id="rId10" Type="http://schemas.openxmlformats.org/officeDocument/2006/relationships/image" Target="../media/image57.emf"/><Relationship Id="rId19" Type="http://schemas.openxmlformats.org/officeDocument/2006/relationships/oleObject" Target="../embeddings/oleObject77.bin"/><Relationship Id="rId31" Type="http://schemas.openxmlformats.org/officeDocument/2006/relationships/oleObject" Target="../embeddings/oleObject83.bin"/><Relationship Id="rId4" Type="http://schemas.openxmlformats.org/officeDocument/2006/relationships/image" Target="../media/image54.emf"/><Relationship Id="rId9" Type="http://schemas.openxmlformats.org/officeDocument/2006/relationships/oleObject" Target="../embeddings/oleObject72.bin"/><Relationship Id="rId14" Type="http://schemas.openxmlformats.org/officeDocument/2006/relationships/image" Target="../media/image59.emf"/><Relationship Id="rId22" Type="http://schemas.openxmlformats.org/officeDocument/2006/relationships/image" Target="../media/image63.emf"/><Relationship Id="rId27" Type="http://schemas.openxmlformats.org/officeDocument/2006/relationships/oleObject" Target="../embeddings/oleObject81.bin"/><Relationship Id="rId30" Type="http://schemas.openxmlformats.org/officeDocument/2006/relationships/image" Target="../media/image67.emf"/><Relationship Id="rId8" Type="http://schemas.openxmlformats.org/officeDocument/2006/relationships/image" Target="../media/image56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wmf"/><Relationship Id="rId13" Type="http://schemas.openxmlformats.org/officeDocument/2006/relationships/oleObject" Target="../embeddings/oleObject90.bin"/><Relationship Id="rId3" Type="http://schemas.openxmlformats.org/officeDocument/2006/relationships/oleObject" Target="../embeddings/oleObject85.bin"/><Relationship Id="rId7" Type="http://schemas.openxmlformats.org/officeDocument/2006/relationships/oleObject" Target="../embeddings/oleObject87.bin"/><Relationship Id="rId12" Type="http://schemas.openxmlformats.org/officeDocument/2006/relationships/image" Target="../media/image74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71.wmf"/><Relationship Id="rId11" Type="http://schemas.openxmlformats.org/officeDocument/2006/relationships/oleObject" Target="../embeddings/oleObject89.bin"/><Relationship Id="rId5" Type="http://schemas.openxmlformats.org/officeDocument/2006/relationships/oleObject" Target="../embeddings/oleObject86.bin"/><Relationship Id="rId10" Type="http://schemas.openxmlformats.org/officeDocument/2006/relationships/image" Target="../media/image73.wmf"/><Relationship Id="rId4" Type="http://schemas.openxmlformats.org/officeDocument/2006/relationships/image" Target="../media/image70.wmf"/><Relationship Id="rId9" Type="http://schemas.openxmlformats.org/officeDocument/2006/relationships/oleObject" Target="../embeddings/oleObject88.bin"/><Relationship Id="rId14" Type="http://schemas.openxmlformats.org/officeDocument/2006/relationships/image" Target="../media/image75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76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13" Type="http://schemas.openxmlformats.org/officeDocument/2006/relationships/oleObject" Target="../embeddings/oleObject97.bin"/><Relationship Id="rId3" Type="http://schemas.openxmlformats.org/officeDocument/2006/relationships/oleObject" Target="../embeddings/oleObject92.bin"/><Relationship Id="rId7" Type="http://schemas.openxmlformats.org/officeDocument/2006/relationships/oleObject" Target="../embeddings/oleObject94.bin"/><Relationship Id="rId12" Type="http://schemas.openxmlformats.org/officeDocument/2006/relationships/image" Target="../media/image8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78.wmf"/><Relationship Id="rId11" Type="http://schemas.openxmlformats.org/officeDocument/2006/relationships/oleObject" Target="../embeddings/oleObject96.bin"/><Relationship Id="rId5" Type="http://schemas.openxmlformats.org/officeDocument/2006/relationships/oleObject" Target="../embeddings/oleObject93.bin"/><Relationship Id="rId10" Type="http://schemas.openxmlformats.org/officeDocument/2006/relationships/image" Target="../media/image80.wmf"/><Relationship Id="rId4" Type="http://schemas.openxmlformats.org/officeDocument/2006/relationships/image" Target="../media/image77.wmf"/><Relationship Id="rId9" Type="http://schemas.openxmlformats.org/officeDocument/2006/relationships/oleObject" Target="../embeddings/oleObject95.bin"/><Relationship Id="rId14" Type="http://schemas.openxmlformats.org/officeDocument/2006/relationships/image" Target="../media/image82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13" Type="http://schemas.openxmlformats.org/officeDocument/2006/relationships/oleObject" Target="../embeddings/oleObject103.bin"/><Relationship Id="rId18" Type="http://schemas.openxmlformats.org/officeDocument/2006/relationships/image" Target="../media/image89.wmf"/><Relationship Id="rId3" Type="http://schemas.openxmlformats.org/officeDocument/2006/relationships/oleObject" Target="../embeddings/oleObject98.bin"/><Relationship Id="rId21" Type="http://schemas.openxmlformats.org/officeDocument/2006/relationships/oleObject" Target="../embeddings/oleObject107.bin"/><Relationship Id="rId7" Type="http://schemas.openxmlformats.org/officeDocument/2006/relationships/oleObject" Target="../embeddings/oleObject100.bin"/><Relationship Id="rId12" Type="http://schemas.openxmlformats.org/officeDocument/2006/relationships/image" Target="../media/image86.wmf"/><Relationship Id="rId17" Type="http://schemas.openxmlformats.org/officeDocument/2006/relationships/oleObject" Target="../embeddings/oleObject10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8.wmf"/><Relationship Id="rId20" Type="http://schemas.openxmlformats.org/officeDocument/2006/relationships/image" Target="../media/image90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83.wmf"/><Relationship Id="rId11" Type="http://schemas.openxmlformats.org/officeDocument/2006/relationships/oleObject" Target="../embeddings/oleObject102.bin"/><Relationship Id="rId24" Type="http://schemas.openxmlformats.org/officeDocument/2006/relationships/image" Target="../media/image92.wmf"/><Relationship Id="rId5" Type="http://schemas.openxmlformats.org/officeDocument/2006/relationships/oleObject" Target="../embeddings/oleObject99.bin"/><Relationship Id="rId15" Type="http://schemas.openxmlformats.org/officeDocument/2006/relationships/oleObject" Target="../embeddings/oleObject104.bin"/><Relationship Id="rId23" Type="http://schemas.openxmlformats.org/officeDocument/2006/relationships/oleObject" Target="../embeddings/oleObject108.bin"/><Relationship Id="rId10" Type="http://schemas.openxmlformats.org/officeDocument/2006/relationships/image" Target="../media/image85.wmf"/><Relationship Id="rId19" Type="http://schemas.openxmlformats.org/officeDocument/2006/relationships/oleObject" Target="../embeddings/oleObject106.bin"/><Relationship Id="rId4" Type="http://schemas.openxmlformats.org/officeDocument/2006/relationships/image" Target="../media/image79.wmf"/><Relationship Id="rId9" Type="http://schemas.openxmlformats.org/officeDocument/2006/relationships/oleObject" Target="../embeddings/oleObject101.bin"/><Relationship Id="rId14" Type="http://schemas.openxmlformats.org/officeDocument/2006/relationships/image" Target="../media/image87.wmf"/><Relationship Id="rId22" Type="http://schemas.openxmlformats.org/officeDocument/2006/relationships/image" Target="../media/image91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13" Type="http://schemas.openxmlformats.org/officeDocument/2006/relationships/oleObject" Target="../embeddings/oleObject114.bin"/><Relationship Id="rId18" Type="http://schemas.openxmlformats.org/officeDocument/2006/relationships/oleObject" Target="../embeddings/oleObject115.bin"/><Relationship Id="rId26" Type="http://schemas.openxmlformats.org/officeDocument/2006/relationships/oleObject" Target="../embeddings/oleObject119.bin"/><Relationship Id="rId3" Type="http://schemas.openxmlformats.org/officeDocument/2006/relationships/oleObject" Target="../embeddings/oleObject109.bin"/><Relationship Id="rId21" Type="http://schemas.openxmlformats.org/officeDocument/2006/relationships/image" Target="../media/image99.wmf"/><Relationship Id="rId7" Type="http://schemas.openxmlformats.org/officeDocument/2006/relationships/oleObject" Target="../embeddings/oleObject111.bin"/><Relationship Id="rId12" Type="http://schemas.openxmlformats.org/officeDocument/2006/relationships/image" Target="../media/image96.wmf"/><Relationship Id="rId17" Type="http://schemas.openxmlformats.org/officeDocument/2006/relationships/image" Target="../media/image107.png"/><Relationship Id="rId25" Type="http://schemas.openxmlformats.org/officeDocument/2006/relationships/image" Target="../media/image101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6.png"/><Relationship Id="rId20" Type="http://schemas.openxmlformats.org/officeDocument/2006/relationships/oleObject" Target="../embeddings/oleObject116.bin"/><Relationship Id="rId29" Type="http://schemas.openxmlformats.org/officeDocument/2006/relationships/image" Target="../media/image103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94.wmf"/><Relationship Id="rId11" Type="http://schemas.openxmlformats.org/officeDocument/2006/relationships/oleObject" Target="../embeddings/oleObject113.bin"/><Relationship Id="rId24" Type="http://schemas.openxmlformats.org/officeDocument/2006/relationships/oleObject" Target="../embeddings/oleObject118.bin"/><Relationship Id="rId5" Type="http://schemas.openxmlformats.org/officeDocument/2006/relationships/oleObject" Target="../embeddings/oleObject110.bin"/><Relationship Id="rId15" Type="http://schemas.openxmlformats.org/officeDocument/2006/relationships/image" Target="../media/image105.png"/><Relationship Id="rId23" Type="http://schemas.openxmlformats.org/officeDocument/2006/relationships/image" Target="../media/image100.wmf"/><Relationship Id="rId28" Type="http://schemas.openxmlformats.org/officeDocument/2006/relationships/oleObject" Target="../embeddings/oleObject120.bin"/><Relationship Id="rId10" Type="http://schemas.openxmlformats.org/officeDocument/2006/relationships/image" Target="../media/image95.wmf"/><Relationship Id="rId19" Type="http://schemas.openxmlformats.org/officeDocument/2006/relationships/image" Target="../media/image98.wmf"/><Relationship Id="rId31" Type="http://schemas.openxmlformats.org/officeDocument/2006/relationships/image" Target="../media/image104.wmf"/><Relationship Id="rId4" Type="http://schemas.openxmlformats.org/officeDocument/2006/relationships/image" Target="../media/image93.wmf"/><Relationship Id="rId9" Type="http://schemas.openxmlformats.org/officeDocument/2006/relationships/oleObject" Target="../embeddings/oleObject112.bin"/><Relationship Id="rId14" Type="http://schemas.openxmlformats.org/officeDocument/2006/relationships/image" Target="../media/image97.wmf"/><Relationship Id="rId22" Type="http://schemas.openxmlformats.org/officeDocument/2006/relationships/oleObject" Target="../embeddings/oleObject117.bin"/><Relationship Id="rId27" Type="http://schemas.openxmlformats.org/officeDocument/2006/relationships/image" Target="../media/image102.wmf"/><Relationship Id="rId30" Type="http://schemas.openxmlformats.org/officeDocument/2006/relationships/oleObject" Target="../embeddings/oleObject121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122.bin"/><Relationship Id="rId7" Type="http://schemas.openxmlformats.org/officeDocument/2006/relationships/oleObject" Target="../embeddings/oleObject1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123.bin"/><Relationship Id="rId10" Type="http://schemas.openxmlformats.org/officeDocument/2006/relationships/image" Target="../media/image108.wmf"/><Relationship Id="rId4" Type="http://schemas.openxmlformats.org/officeDocument/2006/relationships/image" Target="../media/image47.emf"/><Relationship Id="rId9" Type="http://schemas.openxmlformats.org/officeDocument/2006/relationships/oleObject" Target="../embeddings/oleObject125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wmf"/><Relationship Id="rId3" Type="http://schemas.openxmlformats.org/officeDocument/2006/relationships/oleObject" Target="../embeddings/oleObject126.bin"/><Relationship Id="rId7" Type="http://schemas.openxmlformats.org/officeDocument/2006/relationships/oleObject" Target="../embeddings/oleObject128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55.emf"/><Relationship Id="rId5" Type="http://schemas.openxmlformats.org/officeDocument/2006/relationships/oleObject" Target="../embeddings/oleObject127.bin"/><Relationship Id="rId4" Type="http://schemas.openxmlformats.org/officeDocument/2006/relationships/image" Target="../media/image54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emf"/><Relationship Id="rId13" Type="http://schemas.openxmlformats.org/officeDocument/2006/relationships/oleObject" Target="../embeddings/oleObject134.bin"/><Relationship Id="rId3" Type="http://schemas.openxmlformats.org/officeDocument/2006/relationships/oleObject" Target="../embeddings/oleObject129.bin"/><Relationship Id="rId7" Type="http://schemas.openxmlformats.org/officeDocument/2006/relationships/oleObject" Target="../embeddings/oleObject131.bin"/><Relationship Id="rId12" Type="http://schemas.openxmlformats.org/officeDocument/2006/relationships/image" Target="../media/image8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57.emf"/><Relationship Id="rId11" Type="http://schemas.openxmlformats.org/officeDocument/2006/relationships/oleObject" Target="../embeddings/oleObject133.bin"/><Relationship Id="rId5" Type="http://schemas.openxmlformats.org/officeDocument/2006/relationships/oleObject" Target="../embeddings/oleObject130.bin"/><Relationship Id="rId10" Type="http://schemas.openxmlformats.org/officeDocument/2006/relationships/image" Target="../media/image79.wmf"/><Relationship Id="rId4" Type="http://schemas.openxmlformats.org/officeDocument/2006/relationships/image" Target="../media/image56.emf"/><Relationship Id="rId9" Type="http://schemas.openxmlformats.org/officeDocument/2006/relationships/oleObject" Target="../embeddings/oleObject132.bin"/><Relationship Id="rId14" Type="http://schemas.openxmlformats.org/officeDocument/2006/relationships/image" Target="../media/image95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文本框 408577">
            <a:extLst>
              <a:ext uri="{FF2B5EF4-FFF2-40B4-BE49-F238E27FC236}">
                <a16:creationId xmlns:a16="http://schemas.microsoft.com/office/drawing/2014/main" id="{6FB810DD-9ED8-49E3-B01B-27F7D0EFBB0F}"/>
              </a:ext>
            </a:extLst>
          </p:cNvPr>
          <p:cNvSpPr txBox="1"/>
          <p:nvPr/>
        </p:nvSpPr>
        <p:spPr>
          <a:xfrm>
            <a:off x="265113" y="1350963"/>
            <a:ext cx="1260475" cy="528637"/>
          </a:xfrm>
          <a:prstGeom prst="rect">
            <a:avLst/>
          </a:prstGeom>
          <a:noFill/>
          <a:ln w="9525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noProof="1"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34" charset="0"/>
                <a:ea typeface="黑体" panose="02010609060101010101" pitchFamily="49" charset="-122"/>
              </a:rPr>
              <a:t>回顾：</a:t>
            </a:r>
          </a:p>
        </p:txBody>
      </p:sp>
      <p:sp>
        <p:nvSpPr>
          <p:cNvPr id="408579" name="文本框 408578">
            <a:extLst>
              <a:ext uri="{FF2B5EF4-FFF2-40B4-BE49-F238E27FC236}">
                <a16:creationId xmlns:a16="http://schemas.microsoft.com/office/drawing/2014/main" id="{60EC335D-43EF-462F-A9DE-A0C2AB785FD7}"/>
              </a:ext>
            </a:extLst>
          </p:cNvPr>
          <p:cNvSpPr txBox="1"/>
          <p:nvPr/>
        </p:nvSpPr>
        <p:spPr>
          <a:xfrm>
            <a:off x="1584325" y="1330325"/>
            <a:ext cx="5410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CC3300"/>
              </a:buClr>
              <a:buSzPct val="90000"/>
              <a:buFont typeface="Wingdings" panose="05000000000000000000" pitchFamily="2" charset="2"/>
              <a:buChar char="p"/>
              <a:defRPr/>
            </a:pPr>
            <a:r>
              <a:rPr lang="en-US" altLang="zh-CN" sz="280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氢原子光谱的实验规律</a:t>
            </a:r>
          </a:p>
        </p:txBody>
      </p:sp>
      <p:sp>
        <p:nvSpPr>
          <p:cNvPr id="408580" name="矩形 408579">
            <a:extLst>
              <a:ext uri="{FF2B5EF4-FFF2-40B4-BE49-F238E27FC236}">
                <a16:creationId xmlns:a16="http://schemas.microsoft.com/office/drawing/2014/main" id="{C88CEECA-84A7-49EE-88A9-D2663FC7BD60}"/>
              </a:ext>
            </a:extLst>
          </p:cNvPr>
          <p:cNvSpPr/>
          <p:nvPr/>
        </p:nvSpPr>
        <p:spPr>
          <a:xfrm>
            <a:off x="4799013" y="2147888"/>
            <a:ext cx="39433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黑体" panose="02010609060101010101" pitchFamily="49" charset="-122"/>
              </a:rPr>
              <a:t>——</a:t>
            </a:r>
            <a:r>
              <a:rPr lang="en-US" altLang="zh-CN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里德伯方程</a:t>
            </a:r>
          </a:p>
        </p:txBody>
      </p:sp>
      <p:graphicFrame>
        <p:nvGraphicFramePr>
          <p:cNvPr id="408581" name="对象 408580">
            <a:extLst>
              <a:ext uri="{FF2B5EF4-FFF2-40B4-BE49-F238E27FC236}">
                <a16:creationId xmlns:a16="http://schemas.microsoft.com/office/drawing/2014/main" id="{35A03A8B-497D-400C-A839-4A873C3EE8CF}"/>
              </a:ext>
            </a:extLst>
          </p:cNvPr>
          <p:cNvGraphicFramePr>
            <a:graphicFrameLocks/>
          </p:cNvGraphicFramePr>
          <p:nvPr/>
        </p:nvGraphicFramePr>
        <p:xfrm>
          <a:off x="1647825" y="1920875"/>
          <a:ext cx="3036888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1" r:id="rId3" imgW="1332921" imgH="431613" progId="Equation.3">
                  <p:embed/>
                </p:oleObj>
              </mc:Choice>
              <mc:Fallback>
                <p:oleObj r:id="rId3" imgW="1332921" imgH="431613" progId="Equation.3">
                  <p:embed/>
                  <p:pic>
                    <p:nvPicPr>
                      <p:cNvPr id="0" name="对象 408580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7825" y="1920875"/>
                        <a:ext cx="3036888" cy="98266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folHlink"/>
                        </a:solidFill>
                        <a:prstDash val="dash"/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8582" name="文本框 408581">
            <a:extLst>
              <a:ext uri="{FF2B5EF4-FFF2-40B4-BE49-F238E27FC236}">
                <a16:creationId xmlns:a16="http://schemas.microsoft.com/office/drawing/2014/main" id="{D46AADC3-78D0-46B1-9531-93600E53470F}"/>
              </a:ext>
            </a:extLst>
          </p:cNvPr>
          <p:cNvSpPr txBox="1"/>
          <p:nvPr/>
        </p:nvSpPr>
        <p:spPr>
          <a:xfrm>
            <a:off x="1585913" y="3074988"/>
            <a:ext cx="5976937" cy="8588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  <a:defRPr/>
            </a:pPr>
            <a:r>
              <a:rPr lang="zh-CN" altLang="en-US" noProof="1">
                <a:effectLst>
                  <a:outerShdw blurRad="38100" dist="38100" dir="2700000">
                    <a:srgbClr val="C0C0C0"/>
                  </a:outerShdw>
                </a:effectLst>
                <a:ea typeface="华文楷体" panose="02010600040101010101" pitchFamily="2" charset="-122"/>
              </a:rPr>
              <a:t>式中</a:t>
            </a:r>
            <a:r>
              <a:rPr lang="en-US" altLang="zh-CN" noProof="1">
                <a:effectLst>
                  <a:outerShdw blurRad="38100" dist="38100" dir="2700000">
                    <a:srgbClr val="C0C0C0"/>
                  </a:outerShdw>
                </a:effectLst>
                <a:ea typeface="华文楷体" panose="02010600040101010101" pitchFamily="2" charset="-122"/>
              </a:rPr>
              <a:t>:  m=1</a:t>
            </a:r>
            <a:r>
              <a:rPr lang="zh-CN" altLang="en-US" noProof="1">
                <a:effectLst>
                  <a:outerShdw blurRad="38100" dist="38100" dir="2700000">
                    <a:srgbClr val="C0C0C0"/>
                  </a:outerShdw>
                </a:effectLst>
                <a:ea typeface="华文楷体" panose="02010600040101010101" pitchFamily="2" charset="-122"/>
              </a:rPr>
              <a:t>， </a:t>
            </a:r>
            <a:r>
              <a:rPr lang="en-US" altLang="zh-CN" noProof="1">
                <a:effectLst>
                  <a:outerShdw blurRad="38100" dist="38100" dir="2700000">
                    <a:srgbClr val="C0C0C0"/>
                  </a:outerShdw>
                </a:effectLst>
                <a:ea typeface="华文楷体" panose="02010600040101010101" pitchFamily="2" charset="-122"/>
              </a:rPr>
              <a:t>2</a:t>
            </a:r>
            <a:r>
              <a:rPr lang="zh-CN" altLang="en-US" noProof="1">
                <a:effectLst>
                  <a:outerShdw blurRad="38100" dist="38100" dir="2700000">
                    <a:srgbClr val="C0C0C0"/>
                  </a:outerShdw>
                </a:effectLst>
                <a:ea typeface="华文楷体" panose="02010600040101010101" pitchFamily="2" charset="-122"/>
              </a:rPr>
              <a:t>， </a:t>
            </a:r>
            <a:r>
              <a:rPr lang="en-US" altLang="zh-CN" noProof="1">
                <a:effectLst>
                  <a:outerShdw blurRad="38100" dist="38100" dir="2700000">
                    <a:srgbClr val="C0C0C0"/>
                  </a:outerShdw>
                </a:effectLst>
                <a:ea typeface="华文楷体" panose="02010600040101010101" pitchFamily="2" charset="-122"/>
              </a:rPr>
              <a:t>3</a:t>
            </a:r>
            <a:r>
              <a:rPr lang="zh-CN" altLang="en-US" noProof="1">
                <a:effectLst>
                  <a:outerShdw blurRad="38100" dist="38100" dir="2700000">
                    <a:srgbClr val="C0C0C0"/>
                  </a:outerShdw>
                </a:effectLst>
                <a:ea typeface="华文楷体" panose="02010600040101010101" pitchFamily="2" charset="-122"/>
              </a:rPr>
              <a:t>， </a:t>
            </a:r>
            <a:r>
              <a:rPr lang="en-US" altLang="zh-CN" noProof="1">
                <a:effectLst>
                  <a:outerShdw blurRad="38100" dist="38100" dir="2700000">
                    <a:srgbClr val="C0C0C0"/>
                  </a:outerShdw>
                </a:effectLst>
                <a:ea typeface="华文楷体" panose="02010600040101010101" pitchFamily="2" charset="-122"/>
              </a:rPr>
              <a:t>4</a:t>
            </a:r>
            <a:r>
              <a:rPr lang="zh-CN" altLang="en-US" noProof="1">
                <a:effectLst>
                  <a:outerShdw blurRad="38100" dist="38100" dir="2700000">
                    <a:srgbClr val="C0C0C0"/>
                  </a:outerShdw>
                </a:effectLst>
                <a:ea typeface="华文楷体" panose="02010600040101010101" pitchFamily="2" charset="-122"/>
              </a:rPr>
              <a:t>，</a:t>
            </a:r>
            <a:r>
              <a:rPr lang="en-US" altLang="zh-CN" noProof="1">
                <a:effectLst>
                  <a:outerShdw blurRad="38100" dist="38100" dir="2700000">
                    <a:srgbClr val="C0C0C0"/>
                  </a:outerShdw>
                </a:effectLst>
                <a:ea typeface="华文楷体" panose="02010600040101010101" pitchFamily="2" charset="-122"/>
                <a:sym typeface="Symbol" panose="05050102010706020507" pitchFamily="18" charset="2"/>
              </a:rPr>
              <a:t></a:t>
            </a:r>
            <a:endParaRPr lang="en-US" altLang="zh-CN" noProof="1">
              <a:effectLst>
                <a:outerShdw blurRad="38100" dist="38100" dir="2700000">
                  <a:srgbClr val="C0C0C0"/>
                </a:outerShdw>
              </a:effectLst>
              <a:ea typeface="华文楷体" panose="02010600040101010101" pitchFamily="2" charset="-122"/>
            </a:endParaRPr>
          </a:p>
          <a:p>
            <a:pPr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zh-CN" noProof="1">
                <a:effectLst>
                  <a:outerShdw blurRad="38100" dist="38100" dir="2700000">
                    <a:srgbClr val="C0C0C0"/>
                  </a:outerShdw>
                </a:effectLst>
                <a:ea typeface="华文楷体" panose="02010600040101010101" pitchFamily="2" charset="-122"/>
              </a:rPr>
              <a:t>           n=m+1</a:t>
            </a:r>
            <a:r>
              <a:rPr lang="zh-CN" altLang="en-US" noProof="1">
                <a:effectLst>
                  <a:outerShdw blurRad="38100" dist="38100" dir="2700000">
                    <a:srgbClr val="C0C0C0"/>
                  </a:outerShdw>
                </a:effectLst>
                <a:ea typeface="华文楷体" panose="02010600040101010101" pitchFamily="2" charset="-122"/>
              </a:rPr>
              <a:t>， </a:t>
            </a:r>
            <a:r>
              <a:rPr lang="en-US" altLang="zh-CN" noProof="1">
                <a:effectLst>
                  <a:outerShdw blurRad="38100" dist="38100" dir="2700000">
                    <a:srgbClr val="C0C0C0"/>
                  </a:outerShdw>
                </a:effectLst>
                <a:ea typeface="华文楷体" panose="02010600040101010101" pitchFamily="2" charset="-122"/>
              </a:rPr>
              <a:t>m+2</a:t>
            </a:r>
            <a:r>
              <a:rPr lang="zh-CN" altLang="en-US" noProof="1">
                <a:effectLst>
                  <a:outerShdw blurRad="38100" dist="38100" dir="2700000">
                    <a:srgbClr val="C0C0C0"/>
                  </a:outerShdw>
                </a:effectLst>
                <a:ea typeface="华文楷体" panose="02010600040101010101" pitchFamily="2" charset="-122"/>
              </a:rPr>
              <a:t>， </a:t>
            </a:r>
            <a:r>
              <a:rPr lang="en-US" altLang="zh-CN" noProof="1">
                <a:effectLst>
                  <a:outerShdw blurRad="38100" dist="38100" dir="2700000">
                    <a:srgbClr val="C0C0C0"/>
                  </a:outerShdw>
                </a:effectLst>
                <a:ea typeface="华文楷体" panose="02010600040101010101" pitchFamily="2" charset="-122"/>
              </a:rPr>
              <a:t>m+3</a:t>
            </a:r>
            <a:r>
              <a:rPr lang="zh-CN" altLang="en-US" noProof="1">
                <a:effectLst>
                  <a:outerShdw blurRad="38100" dist="38100" dir="2700000">
                    <a:srgbClr val="C0C0C0"/>
                  </a:outerShdw>
                </a:effectLst>
                <a:ea typeface="华文楷体" panose="02010600040101010101" pitchFamily="2" charset="-122"/>
              </a:rPr>
              <a:t>，</a:t>
            </a:r>
            <a:r>
              <a:rPr lang="en-US" altLang="zh-CN" noProof="1">
                <a:effectLst>
                  <a:outerShdw blurRad="38100" dist="38100" dir="2700000">
                    <a:srgbClr val="C0C0C0"/>
                  </a:outerShdw>
                </a:effectLst>
                <a:ea typeface="华文楷体" panose="02010600040101010101" pitchFamily="2" charset="-122"/>
                <a:sym typeface="Symbol" panose="05050102010706020507" pitchFamily="18" charset="2"/>
              </a:rPr>
              <a:t></a:t>
            </a:r>
            <a:r>
              <a:rPr lang="en-US" altLang="zh-CN" noProof="1">
                <a:effectLst>
                  <a:outerShdw blurRad="38100" dist="38100" dir="2700000">
                    <a:srgbClr val="C0C0C0"/>
                  </a:outerShdw>
                </a:effectLst>
                <a:ea typeface="华文楷体" panose="02010600040101010101" pitchFamily="2" charset="-122"/>
              </a:rPr>
              <a:t>                         </a:t>
            </a:r>
          </a:p>
        </p:txBody>
      </p:sp>
      <p:sp>
        <p:nvSpPr>
          <p:cNvPr id="408583" name="文本框 408582">
            <a:extLst>
              <a:ext uri="{FF2B5EF4-FFF2-40B4-BE49-F238E27FC236}">
                <a16:creationId xmlns:a16="http://schemas.microsoft.com/office/drawing/2014/main" id="{B3D9389C-8952-4D37-9DC7-92B8876C951E}"/>
              </a:ext>
            </a:extLst>
          </p:cNvPr>
          <p:cNvSpPr txBox="1"/>
          <p:nvPr/>
        </p:nvSpPr>
        <p:spPr>
          <a:xfrm>
            <a:off x="5067300" y="3970338"/>
            <a:ext cx="2860675" cy="45720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noProof="1">
                <a:effectLst>
                  <a:outerShdw blurRad="38100" dist="38100" dir="2700000">
                    <a:srgbClr val="C0C0C0"/>
                  </a:outerShdw>
                </a:effectLst>
                <a:ea typeface="黑体" panose="02010609060101010101" pitchFamily="49" charset="-122"/>
              </a:rPr>
              <a:t>称为</a:t>
            </a:r>
            <a:r>
              <a:rPr lang="zh-CN" altLang="en-US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黑体" panose="02010609060101010101" pitchFamily="49" charset="-122"/>
              </a:rPr>
              <a:t>里德伯常量</a:t>
            </a:r>
          </a:p>
        </p:txBody>
      </p:sp>
      <p:sp>
        <p:nvSpPr>
          <p:cNvPr id="408584" name="文本框 408583">
            <a:extLst>
              <a:ext uri="{FF2B5EF4-FFF2-40B4-BE49-F238E27FC236}">
                <a16:creationId xmlns:a16="http://schemas.microsoft.com/office/drawing/2014/main" id="{E8F9642E-06C4-49B9-9343-13ADD2598FF5}"/>
              </a:ext>
            </a:extLst>
          </p:cNvPr>
          <p:cNvSpPr txBox="1"/>
          <p:nvPr/>
        </p:nvSpPr>
        <p:spPr>
          <a:xfrm>
            <a:off x="1479550" y="3943350"/>
            <a:ext cx="4114800" cy="4937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50000"/>
              </a:spcBef>
              <a:defRPr/>
            </a:pPr>
            <a:r>
              <a:rPr lang="en-US" altLang="zh-CN" i="1" noProof="1">
                <a:effectLst>
                  <a:outerShdw blurRad="38100" dist="38100" dir="2700000">
                    <a:srgbClr val="C0C0C0"/>
                  </a:outerShdw>
                </a:effectLst>
                <a:ea typeface="黑体" panose="02010609060101010101" pitchFamily="49" charset="-122"/>
              </a:rPr>
              <a:t>R</a:t>
            </a:r>
            <a:r>
              <a:rPr lang="en-US" altLang="zh-CN" noProof="1">
                <a:effectLst>
                  <a:outerShdw blurRad="38100" dist="38100" dir="2700000">
                    <a:srgbClr val="C0C0C0"/>
                  </a:outerShdw>
                </a:effectLst>
                <a:ea typeface="黑体" panose="02010609060101010101" pitchFamily="49" charset="-122"/>
              </a:rPr>
              <a:t>=1.096776×10</a:t>
            </a:r>
            <a:r>
              <a:rPr lang="en-US" altLang="zh-CN" baseline="30000" noProof="1">
                <a:effectLst>
                  <a:outerShdw blurRad="38100" dist="38100" dir="2700000">
                    <a:srgbClr val="C0C0C0"/>
                  </a:outerShdw>
                </a:effectLst>
                <a:ea typeface="黑体" panose="02010609060101010101" pitchFamily="49" charset="-122"/>
              </a:rPr>
              <a:t>7</a:t>
            </a:r>
            <a:r>
              <a:rPr lang="en-US" altLang="zh-CN" i="1" noProof="1">
                <a:effectLst>
                  <a:outerShdw blurRad="38100" dist="38100" dir="2700000">
                    <a:srgbClr val="C0C0C0"/>
                  </a:outerShdw>
                </a:effectLst>
                <a:ea typeface="黑体" panose="02010609060101010101" pitchFamily="49" charset="-122"/>
              </a:rPr>
              <a:t>m</a:t>
            </a:r>
            <a:r>
              <a:rPr lang="en-US" altLang="zh-CN" baseline="30000" noProof="1">
                <a:effectLst>
                  <a:outerShdw blurRad="38100" dist="38100" dir="2700000">
                    <a:srgbClr val="C0C0C0"/>
                  </a:outerShdw>
                </a:effectLst>
                <a:ea typeface="黑体" panose="02010609060101010101" pitchFamily="49" charset="-122"/>
              </a:rPr>
              <a:t>-1</a:t>
            </a:r>
            <a:endParaRPr lang="en-US" altLang="zh-CN" noProof="1">
              <a:effectLst>
                <a:outerShdw blurRad="38100" dist="38100" dir="2700000">
                  <a:srgbClr val="C0C0C0"/>
                </a:outerShdw>
              </a:effectLst>
              <a:ea typeface="黑体" panose="02010609060101010101" pitchFamily="49" charset="-122"/>
            </a:endParaRPr>
          </a:p>
        </p:txBody>
      </p:sp>
      <p:sp>
        <p:nvSpPr>
          <p:cNvPr id="408585" name="矩形 408584">
            <a:extLst>
              <a:ext uri="{FF2B5EF4-FFF2-40B4-BE49-F238E27FC236}">
                <a16:creationId xmlns:a16="http://schemas.microsoft.com/office/drawing/2014/main" id="{D6FA0AF7-38BA-4D12-857E-D91BA61FC080}"/>
              </a:ext>
            </a:extLst>
          </p:cNvPr>
          <p:cNvSpPr/>
          <p:nvPr/>
        </p:nvSpPr>
        <p:spPr>
          <a:xfrm>
            <a:off x="841375" y="4459288"/>
            <a:ext cx="65532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buClr>
                <a:srgbClr val="CC3300"/>
              </a:buClr>
              <a:buSzPct val="90000"/>
              <a:buFont typeface="Wingdings" panose="05000000000000000000" pitchFamily="2" charset="2"/>
              <a:buChar char="p"/>
              <a:defRPr/>
            </a:pPr>
            <a:r>
              <a:rPr lang="en-US" altLang="zh-CN" sz="2800" noProof="1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noProof="1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玻尔的氢原子理论（</a:t>
            </a:r>
            <a:r>
              <a:rPr lang="en-US" altLang="zh-CN" sz="2800" noProof="1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1913</a:t>
            </a:r>
            <a:r>
              <a:rPr lang="zh-CN" altLang="en-US" sz="2800" noProof="1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grpSp>
        <p:nvGrpSpPr>
          <p:cNvPr id="2" name="组合 408585">
            <a:extLst>
              <a:ext uri="{FF2B5EF4-FFF2-40B4-BE49-F238E27FC236}">
                <a16:creationId xmlns:a16="http://schemas.microsoft.com/office/drawing/2014/main" id="{22002DA8-3651-46E2-B13C-DEDB4BDA3321}"/>
              </a:ext>
            </a:extLst>
          </p:cNvPr>
          <p:cNvGrpSpPr>
            <a:grpSpLocks/>
          </p:cNvGrpSpPr>
          <p:nvPr/>
        </p:nvGrpSpPr>
        <p:grpSpPr bwMode="auto">
          <a:xfrm>
            <a:off x="1781175" y="5019675"/>
            <a:ext cx="5535613" cy="1793875"/>
            <a:chOff x="492" y="2671"/>
            <a:chExt cx="3661" cy="1542"/>
          </a:xfrm>
        </p:grpSpPr>
        <p:grpSp>
          <p:nvGrpSpPr>
            <p:cNvPr id="5131" name="组合 408586">
              <a:extLst>
                <a:ext uri="{FF2B5EF4-FFF2-40B4-BE49-F238E27FC236}">
                  <a16:creationId xmlns:a16="http://schemas.microsoft.com/office/drawing/2014/main" id="{B188727B-4D6E-49E3-800A-576C55177D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0" y="2725"/>
              <a:ext cx="3187" cy="1454"/>
              <a:chOff x="576" y="288"/>
              <a:chExt cx="3360" cy="1581"/>
            </a:xfrm>
          </p:grpSpPr>
          <p:sp>
            <p:nvSpPr>
              <p:cNvPr id="408588" name="文本框 408587">
                <a:extLst>
                  <a:ext uri="{FF2B5EF4-FFF2-40B4-BE49-F238E27FC236}">
                    <a16:creationId xmlns:a16="http://schemas.microsoft.com/office/drawing/2014/main" id="{4A8EC62B-05C3-43C4-9FA8-F0571A8A3CB6}"/>
                  </a:ext>
                </a:extLst>
              </p:cNvPr>
              <p:cNvSpPr txBox="1"/>
              <p:nvPr/>
            </p:nvSpPr>
            <p:spPr>
              <a:xfrm>
                <a:off x="576" y="290"/>
                <a:ext cx="1638" cy="42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noProof="1">
                    <a:effectLst>
                      <a:outerShdw blurRad="38100" dist="38100" dir="2700000">
                        <a:srgbClr val="C0C0C0"/>
                      </a:outerShdw>
                    </a:effectLst>
                    <a:latin typeface="楷体_GB2312" pitchFamily="49" charset="-122"/>
                  </a:rPr>
                  <a:t> </a:t>
                </a:r>
                <a:r>
                  <a:rPr lang="zh-CN" altLang="en-US" noProof="1">
                    <a:effectLst>
                      <a:outerShdw blurRad="38100" dist="38100" dir="2700000">
                        <a:srgbClr val="C0C0C0"/>
                      </a:outerShdw>
                    </a:effectLst>
                    <a:latin typeface="楷体_GB2312" pitchFamily="49" charset="-122"/>
                  </a:rPr>
                  <a:t>定态假设</a:t>
                </a:r>
              </a:p>
            </p:txBody>
          </p:sp>
          <p:sp>
            <p:nvSpPr>
              <p:cNvPr id="408589" name="文本框 408588">
                <a:extLst>
                  <a:ext uri="{FF2B5EF4-FFF2-40B4-BE49-F238E27FC236}">
                    <a16:creationId xmlns:a16="http://schemas.microsoft.com/office/drawing/2014/main" id="{9B31621C-BB19-4B7F-B6DF-74133D3C0044}"/>
                  </a:ext>
                </a:extLst>
              </p:cNvPr>
              <p:cNvSpPr txBox="1"/>
              <p:nvPr/>
            </p:nvSpPr>
            <p:spPr>
              <a:xfrm>
                <a:off x="720" y="864"/>
                <a:ext cx="1536" cy="4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zh-CN" altLang="en-US" noProof="1">
                    <a:effectLst>
                      <a:outerShdw blurRad="38100" dist="38100" dir="2700000">
                        <a:srgbClr val="C0C0C0"/>
                      </a:outerShdw>
                    </a:effectLst>
                    <a:latin typeface="楷体_GB2312" pitchFamily="49" charset="-122"/>
                  </a:rPr>
                  <a:t>跃迁假设</a:t>
                </a:r>
              </a:p>
            </p:txBody>
          </p:sp>
          <p:sp>
            <p:nvSpPr>
              <p:cNvPr id="408590" name="文本框 408589">
                <a:extLst>
                  <a:ext uri="{FF2B5EF4-FFF2-40B4-BE49-F238E27FC236}">
                    <a16:creationId xmlns:a16="http://schemas.microsoft.com/office/drawing/2014/main" id="{3439F532-6FBA-4EF9-86F6-E6A71BF1E125}"/>
                  </a:ext>
                </a:extLst>
              </p:cNvPr>
              <p:cNvSpPr txBox="1"/>
              <p:nvPr/>
            </p:nvSpPr>
            <p:spPr>
              <a:xfrm>
                <a:off x="720" y="1442"/>
                <a:ext cx="2828" cy="4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zh-CN" altLang="en-US" noProof="1">
                    <a:effectLst>
                      <a:outerShdw blurRad="38100" dist="38100" dir="2700000">
                        <a:srgbClr val="C0C0C0"/>
                      </a:outerShdw>
                    </a:effectLst>
                    <a:latin typeface="楷体_GB2312" pitchFamily="49" charset="-122"/>
                  </a:rPr>
                  <a:t>角动量量子化假设</a:t>
                </a:r>
              </a:p>
            </p:txBody>
          </p:sp>
          <p:graphicFrame>
            <p:nvGraphicFramePr>
              <p:cNvPr id="5135" name="对象 408590">
                <a:extLst>
                  <a:ext uri="{FF2B5EF4-FFF2-40B4-BE49-F238E27FC236}">
                    <a16:creationId xmlns:a16="http://schemas.microsoft.com/office/drawing/2014/main" id="{8F0D023A-2B6A-451A-8388-B4107D1EF6C7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1920" y="336"/>
              <a:ext cx="1104" cy="3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142" r:id="rId5" imgW="1371600" imgH="419100" progId="Equation.3">
                      <p:embed/>
                    </p:oleObj>
                  </mc:Choice>
                  <mc:Fallback>
                    <p:oleObj r:id="rId5" imgW="1371600" imgH="419100" progId="Equation.3">
                      <p:embed/>
                      <p:pic>
                        <p:nvPicPr>
                          <p:cNvPr id="0" name="对象 408590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20" y="336"/>
                            <a:ext cx="1104" cy="33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36" name="对象 408591">
                <a:extLst>
                  <a:ext uri="{FF2B5EF4-FFF2-40B4-BE49-F238E27FC236}">
                    <a16:creationId xmlns:a16="http://schemas.microsoft.com/office/drawing/2014/main" id="{B90BA32B-DD08-4E1E-8F76-4BC6AFB9ADC6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1920" y="912"/>
              <a:ext cx="1584" cy="3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143" r:id="rId7" imgW="2043813" imgH="431613" progId="Equation.3">
                      <p:embed/>
                    </p:oleObj>
                  </mc:Choice>
                  <mc:Fallback>
                    <p:oleObj r:id="rId7" imgW="2043813" imgH="431613" progId="Equation.3">
                      <p:embed/>
                      <p:pic>
                        <p:nvPicPr>
                          <p:cNvPr id="0" name="对象 408591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20" y="912"/>
                            <a:ext cx="1584" cy="33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37" name="对象 408592">
                <a:extLst>
                  <a:ext uri="{FF2B5EF4-FFF2-40B4-BE49-F238E27FC236}">
                    <a16:creationId xmlns:a16="http://schemas.microsoft.com/office/drawing/2014/main" id="{51A9CF9E-7742-4256-B119-9A749A34D961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3024" y="1488"/>
              <a:ext cx="912" cy="2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144" r:id="rId9" imgW="1027808" imgH="317225" progId="Equation.3">
                      <p:embed/>
                    </p:oleObj>
                  </mc:Choice>
                  <mc:Fallback>
                    <p:oleObj r:id="rId9" imgW="1027808" imgH="317225" progId="Equation.3">
                      <p:embed/>
                      <p:pic>
                        <p:nvPicPr>
                          <p:cNvPr id="0" name="对象 408592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24" y="1488"/>
                            <a:ext cx="912" cy="28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5138" name="矩形 408593">
              <a:extLst>
                <a:ext uri="{FF2B5EF4-FFF2-40B4-BE49-F238E27FC236}">
                  <a16:creationId xmlns:a16="http://schemas.microsoft.com/office/drawing/2014/main" id="{C33C329F-27DE-4347-A87D-F14FD1FC20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" y="2671"/>
              <a:ext cx="3661" cy="1542"/>
            </a:xfrm>
            <a:prstGeom prst="rect">
              <a:avLst/>
            </a:prstGeom>
            <a:noFill/>
            <a:ln w="19050">
              <a:solidFill>
                <a:srgbClr val="CC33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zh-CN" altLang="en-US"/>
            </a:p>
          </p:txBody>
        </p:sp>
      </p:grpSp>
      <p:sp>
        <p:nvSpPr>
          <p:cNvPr id="408595" name="矩形 408594">
            <a:extLst>
              <a:ext uri="{FF2B5EF4-FFF2-40B4-BE49-F238E27FC236}">
                <a16:creationId xmlns:a16="http://schemas.microsoft.com/office/drawing/2014/main" id="{5C73249F-DAD4-45DF-81BF-826B360599E3}"/>
              </a:ext>
            </a:extLst>
          </p:cNvPr>
          <p:cNvSpPr/>
          <p:nvPr/>
        </p:nvSpPr>
        <p:spPr>
          <a:xfrm>
            <a:off x="1456180" y="-61047"/>
            <a:ext cx="5280612" cy="147732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sz="3600" noProof="1">
                <a:solidFill>
                  <a:srgbClr val="FF505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黑体" panose="02010609060101010101" pitchFamily="49" charset="-122"/>
              </a:rPr>
              <a:t>第</a:t>
            </a:r>
            <a:r>
              <a:rPr lang="en-US" altLang="zh-CN" sz="3600" noProof="1">
                <a:solidFill>
                  <a:srgbClr val="FF505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黑体" panose="02010609060101010101" pitchFamily="49" charset="-122"/>
              </a:rPr>
              <a:t>15</a:t>
            </a:r>
            <a:r>
              <a:rPr lang="zh-CN" altLang="en-US" sz="3600" noProof="1">
                <a:solidFill>
                  <a:srgbClr val="FF505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黑体" panose="02010609060101010101" pitchFamily="49" charset="-122"/>
              </a:rPr>
              <a:t>章 </a:t>
            </a:r>
            <a:r>
              <a:rPr lang="zh-CN" altLang="en-US" sz="3600" dirty="0">
                <a:solidFill>
                  <a:srgbClr val="FF505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黑体" panose="02010609060101010101" pitchFamily="49" charset="-122"/>
              </a:rPr>
              <a:t>量子物理</a:t>
            </a:r>
            <a:endParaRPr lang="en-US" altLang="zh-CN" sz="3600" dirty="0">
              <a:solidFill>
                <a:srgbClr val="FF5050"/>
              </a:solidFill>
              <a:effectLst>
                <a:outerShdw blurRad="38100" dist="38100" dir="2700000">
                  <a:srgbClr val="C0C0C0"/>
                </a:outerShdw>
              </a:effectLst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  <a:defRPr/>
            </a:pPr>
            <a:r>
              <a:rPr lang="zh-CN" altLang="en-US" sz="3600" noProof="1">
                <a:solidFill>
                  <a:srgbClr val="FF505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黑体" panose="02010609060101010101" pitchFamily="49" charset="-122"/>
              </a:rPr>
              <a:t>（三）氢原子的量子理论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8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8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8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8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75"/>
                                        <p:tgtEl>
                                          <p:spTgt spid="4085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75"/>
                                        <p:tgtEl>
                                          <p:spTgt spid="4085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408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408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408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8578" grpId="0" animBg="1"/>
      <p:bldP spid="408579" grpId="0"/>
      <p:bldP spid="408580" grpId="0"/>
      <p:bldP spid="408582" grpId="0" build="p"/>
      <p:bldP spid="408583" grpId="0"/>
      <p:bldP spid="408584" grpId="0"/>
      <p:bldP spid="40858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602" name="内容占位符 409601">
            <a:extLst>
              <a:ext uri="{FF2B5EF4-FFF2-40B4-BE49-F238E27FC236}">
                <a16:creationId xmlns:a16="http://schemas.microsoft.com/office/drawing/2014/main" id="{7BC9A7B8-CF3D-4E2D-9C21-E707720E3743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846263" y="404813"/>
          <a:ext cx="6110287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1" r:id="rId3" imgW="2819400" imgH="469900" progId="Equation.3">
                  <p:embed/>
                </p:oleObj>
              </mc:Choice>
              <mc:Fallback>
                <p:oleObj r:id="rId3" imgW="2819400" imgH="469900" progId="Equation.3">
                  <p:embed/>
                  <p:pic>
                    <p:nvPicPr>
                      <p:cNvPr id="0" name="内容占位符 409601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6263" y="404813"/>
                        <a:ext cx="6110287" cy="101917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03" name="矩形 409602">
            <a:extLst>
              <a:ext uri="{FF2B5EF4-FFF2-40B4-BE49-F238E27FC236}">
                <a16:creationId xmlns:a16="http://schemas.microsoft.com/office/drawing/2014/main" id="{C799EF42-2C09-4AEE-9B5F-D081DBC7E62D}"/>
              </a:ext>
            </a:extLst>
          </p:cNvPr>
          <p:cNvSpPr/>
          <p:nvPr/>
        </p:nvSpPr>
        <p:spPr>
          <a:xfrm>
            <a:off x="300038" y="1557338"/>
            <a:ext cx="3657600" cy="566737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30000"/>
              </a:lnSpc>
              <a:spcBef>
                <a:spcPct val="50000"/>
              </a:spcBef>
              <a:defRPr/>
            </a:pPr>
            <a:r>
              <a:rPr lang="zh-CN" altLang="en-US" noProof="1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基态能级</a:t>
            </a:r>
          </a:p>
        </p:txBody>
      </p:sp>
      <p:graphicFrame>
        <p:nvGraphicFramePr>
          <p:cNvPr id="409604" name="对象 409603">
            <a:extLst>
              <a:ext uri="{FF2B5EF4-FFF2-40B4-BE49-F238E27FC236}">
                <a16:creationId xmlns:a16="http://schemas.microsoft.com/office/drawing/2014/main" id="{408D0066-6019-4D41-8038-7C30AC9FF7F6}"/>
              </a:ext>
            </a:extLst>
          </p:cNvPr>
          <p:cNvGraphicFramePr>
            <a:graphicFrameLocks/>
          </p:cNvGraphicFramePr>
          <p:nvPr/>
        </p:nvGraphicFramePr>
        <p:xfrm>
          <a:off x="1809750" y="1668463"/>
          <a:ext cx="2020888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2" r:id="rId5" imgW="927100" imgH="228600" progId="Equation.DSMT4">
                  <p:embed/>
                </p:oleObj>
              </mc:Choice>
              <mc:Fallback>
                <p:oleObj r:id="rId5" imgW="927100" imgH="228600" progId="Equation.DSMT4">
                  <p:embed/>
                  <p:pic>
                    <p:nvPicPr>
                      <p:cNvPr id="0" name="对象 409603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9750" y="1668463"/>
                        <a:ext cx="2020888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05" name="矩形 409604">
            <a:extLst>
              <a:ext uri="{FF2B5EF4-FFF2-40B4-BE49-F238E27FC236}">
                <a16:creationId xmlns:a16="http://schemas.microsoft.com/office/drawing/2014/main" id="{E3EFF343-22F0-4516-92AC-DC99E1DDB730}"/>
              </a:ext>
            </a:extLst>
          </p:cNvPr>
          <p:cNvSpPr/>
          <p:nvPr/>
        </p:nvSpPr>
        <p:spPr>
          <a:xfrm>
            <a:off x="303213" y="2227263"/>
            <a:ext cx="3657600" cy="566737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30000"/>
              </a:lnSpc>
              <a:spcBef>
                <a:spcPct val="50000"/>
              </a:spcBef>
              <a:defRPr/>
            </a:pPr>
            <a:r>
              <a:rPr lang="zh-CN" altLang="en-US" noProof="1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激发态能级</a:t>
            </a:r>
          </a:p>
        </p:txBody>
      </p:sp>
      <p:graphicFrame>
        <p:nvGraphicFramePr>
          <p:cNvPr id="409606" name="对象 409605">
            <a:extLst>
              <a:ext uri="{FF2B5EF4-FFF2-40B4-BE49-F238E27FC236}">
                <a16:creationId xmlns:a16="http://schemas.microsoft.com/office/drawing/2014/main" id="{F787425F-48BA-4C03-B672-5C3DCEFE83F6}"/>
              </a:ext>
            </a:extLst>
          </p:cNvPr>
          <p:cNvGraphicFramePr>
            <a:graphicFrameLocks/>
          </p:cNvGraphicFramePr>
          <p:nvPr/>
        </p:nvGraphicFramePr>
        <p:xfrm>
          <a:off x="2114550" y="2181225"/>
          <a:ext cx="2744788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3" r:id="rId7" imgW="1307532" imgH="393529" progId="Equation.DSMT4">
                  <p:embed/>
                </p:oleObj>
              </mc:Choice>
              <mc:Fallback>
                <p:oleObj r:id="rId7" imgW="1307532" imgH="393529" progId="Equation.DSMT4">
                  <p:embed/>
                  <p:pic>
                    <p:nvPicPr>
                      <p:cNvPr id="0" name="对象 409605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4550" y="2181225"/>
                        <a:ext cx="2744788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07" name="对象 409606">
            <a:extLst>
              <a:ext uri="{FF2B5EF4-FFF2-40B4-BE49-F238E27FC236}">
                <a16:creationId xmlns:a16="http://schemas.microsoft.com/office/drawing/2014/main" id="{A51BD6FC-5539-4A25-8E62-18CD80F2EC97}"/>
              </a:ext>
            </a:extLst>
          </p:cNvPr>
          <p:cNvGraphicFramePr>
            <a:graphicFrameLocks/>
          </p:cNvGraphicFramePr>
          <p:nvPr/>
        </p:nvGraphicFramePr>
        <p:xfrm>
          <a:off x="4800600" y="2865438"/>
          <a:ext cx="1858963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4" r:id="rId9" imgW="825142" imgH="393529" progId="Equation.DSMT4">
                  <p:embed/>
                </p:oleObj>
              </mc:Choice>
              <mc:Fallback>
                <p:oleObj r:id="rId9" imgW="825142" imgH="393529" progId="Equation.DSMT4">
                  <p:embed/>
                  <p:pic>
                    <p:nvPicPr>
                      <p:cNvPr id="0" name="对象 409606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2865438"/>
                        <a:ext cx="1858963" cy="884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08" name="对象 409607">
            <a:extLst>
              <a:ext uri="{FF2B5EF4-FFF2-40B4-BE49-F238E27FC236}">
                <a16:creationId xmlns:a16="http://schemas.microsoft.com/office/drawing/2014/main" id="{3E3F463F-CEEB-4BC6-8FBE-51EE439728FC}"/>
              </a:ext>
            </a:extLst>
          </p:cNvPr>
          <p:cNvGraphicFramePr>
            <a:graphicFrameLocks/>
          </p:cNvGraphicFramePr>
          <p:nvPr/>
        </p:nvGraphicFramePr>
        <p:xfrm>
          <a:off x="611188" y="3933825"/>
          <a:ext cx="1676400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5" r:id="rId11" imgW="685502" imgH="393529" progId="Equation.DSMT4">
                  <p:embed/>
                </p:oleObj>
              </mc:Choice>
              <mc:Fallback>
                <p:oleObj r:id="rId11" imgW="685502" imgH="393529" progId="Equation.DSMT4">
                  <p:embed/>
                  <p:pic>
                    <p:nvPicPr>
                      <p:cNvPr id="0" name="对象 409607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3933825"/>
                        <a:ext cx="1676400" cy="963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09" name="矩形 409608">
            <a:extLst>
              <a:ext uri="{FF2B5EF4-FFF2-40B4-BE49-F238E27FC236}">
                <a16:creationId xmlns:a16="http://schemas.microsoft.com/office/drawing/2014/main" id="{D88E4482-EC01-4483-849C-57AEF1087269}"/>
              </a:ext>
            </a:extLst>
          </p:cNvPr>
          <p:cNvSpPr/>
          <p:nvPr/>
        </p:nvSpPr>
        <p:spPr>
          <a:xfrm>
            <a:off x="306388" y="2894013"/>
            <a:ext cx="5791200" cy="566737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30000"/>
              </a:lnSpc>
              <a:spcBef>
                <a:spcPct val="50000"/>
              </a:spcBef>
              <a:defRPr/>
            </a:pPr>
            <a:r>
              <a:rPr lang="zh-CN" altLang="en-US" noProof="1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氢原子发光机制是能级间的跃迁</a:t>
            </a:r>
          </a:p>
        </p:txBody>
      </p:sp>
      <p:graphicFrame>
        <p:nvGraphicFramePr>
          <p:cNvPr id="409610" name="对象 409609">
            <a:extLst>
              <a:ext uri="{FF2B5EF4-FFF2-40B4-BE49-F238E27FC236}">
                <a16:creationId xmlns:a16="http://schemas.microsoft.com/office/drawing/2014/main" id="{EDD3FE5A-8921-435C-AB13-E816A12184C1}"/>
              </a:ext>
            </a:extLst>
          </p:cNvPr>
          <p:cNvGraphicFramePr>
            <a:graphicFrameLocks/>
          </p:cNvGraphicFramePr>
          <p:nvPr/>
        </p:nvGraphicFramePr>
        <p:xfrm>
          <a:off x="4135438" y="3929063"/>
          <a:ext cx="3108325" cy="1109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6" r:id="rId13" imgW="1282700" imgH="457200" progId="Equation.DSMT4">
                  <p:embed/>
                </p:oleObj>
              </mc:Choice>
              <mc:Fallback>
                <p:oleObj r:id="rId13" imgW="1282700" imgH="457200" progId="Equation.DSMT4">
                  <p:embed/>
                  <p:pic>
                    <p:nvPicPr>
                      <p:cNvPr id="0" name="对象 409609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5438" y="3929063"/>
                        <a:ext cx="3108325" cy="1109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409610">
            <a:extLst>
              <a:ext uri="{FF2B5EF4-FFF2-40B4-BE49-F238E27FC236}">
                <a16:creationId xmlns:a16="http://schemas.microsoft.com/office/drawing/2014/main" id="{BFBF52A8-5E8B-44F6-BA20-D9DB539F3306}"/>
              </a:ext>
            </a:extLst>
          </p:cNvPr>
          <p:cNvGrpSpPr>
            <a:grpSpLocks/>
          </p:cNvGrpSpPr>
          <p:nvPr/>
        </p:nvGrpSpPr>
        <p:grpSpPr bwMode="auto">
          <a:xfrm>
            <a:off x="4486275" y="5013325"/>
            <a:ext cx="3276600" cy="1047750"/>
            <a:chOff x="2976" y="2496"/>
            <a:chExt cx="2064" cy="660"/>
          </a:xfrm>
        </p:grpSpPr>
        <p:sp>
          <p:nvSpPr>
            <p:cNvPr id="6155" name="直接连接符 409611">
              <a:extLst>
                <a:ext uri="{FF2B5EF4-FFF2-40B4-BE49-F238E27FC236}">
                  <a16:creationId xmlns:a16="http://schemas.microsoft.com/office/drawing/2014/main" id="{E61BD72E-B610-4305-A38D-EA68C482AD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2496"/>
              <a:ext cx="864" cy="0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613" name="文本框 409612">
              <a:extLst>
                <a:ext uri="{FF2B5EF4-FFF2-40B4-BE49-F238E27FC236}">
                  <a16:creationId xmlns:a16="http://schemas.microsoft.com/office/drawing/2014/main" id="{0876E3AC-97B3-4F39-BB09-FB1234EBFB3B}"/>
                </a:ext>
              </a:extLst>
            </p:cNvPr>
            <p:cNvSpPr txBox="1"/>
            <p:nvPr/>
          </p:nvSpPr>
          <p:spPr>
            <a:xfrm>
              <a:off x="2976" y="2592"/>
              <a:ext cx="2064" cy="564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 altLang="zh-CN" i="1" noProof="1">
                  <a:effectLst>
                    <a:outerShdw blurRad="38100" dist="38100" dir="2700000">
                      <a:srgbClr val="C0C0C0"/>
                    </a:outerShdw>
                  </a:effectLst>
                  <a:ea typeface="黑体" panose="02010609060101010101" pitchFamily="49" charset="-122"/>
                </a:rPr>
                <a:t>R</a:t>
              </a:r>
              <a:r>
                <a:rPr lang="zh-CN" altLang="en-US" baseline="-25000" noProof="1">
                  <a:effectLst>
                    <a:outerShdw blurRad="38100" dist="38100" dir="2700000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理论</a:t>
              </a:r>
              <a:r>
                <a:rPr lang="en-US" altLang="zh-CN" i="1" noProof="1">
                  <a:effectLst>
                    <a:outerShdw blurRad="38100" dist="38100" dir="2700000">
                      <a:srgbClr val="C0C0C0"/>
                    </a:outerShdw>
                  </a:effectLst>
                  <a:ea typeface="黑体" panose="02010609060101010101" pitchFamily="49" charset="-122"/>
                </a:rPr>
                <a:t>—</a:t>
              </a:r>
              <a:r>
                <a:rPr lang="zh-CN" altLang="en-US" noProof="1">
                  <a:effectLst>
                    <a:outerShdw blurRad="38100" dist="38100" dir="2700000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里德伯常数</a:t>
              </a:r>
            </a:p>
            <a:p>
              <a:pPr eaLnBrk="0" hangingPunct="0">
                <a:lnSpc>
                  <a:spcPct val="70000"/>
                </a:lnSpc>
                <a:spcBef>
                  <a:spcPct val="50000"/>
                </a:spcBef>
                <a:defRPr/>
              </a:pPr>
              <a:r>
                <a:rPr lang="en-US" altLang="zh-CN" noProof="1">
                  <a:effectLst>
                    <a:outerShdw blurRad="38100" dist="38100" dir="2700000">
                      <a:srgbClr val="C0C0C0"/>
                    </a:outerShdw>
                  </a:effectLst>
                  <a:ea typeface="黑体" panose="02010609060101010101" pitchFamily="49" charset="-122"/>
                </a:rPr>
                <a:t>1.097373×10</a:t>
              </a:r>
              <a:r>
                <a:rPr lang="en-US" altLang="zh-CN" baseline="30000" noProof="1">
                  <a:effectLst>
                    <a:outerShdw blurRad="38100" dist="38100" dir="2700000">
                      <a:srgbClr val="C0C0C0"/>
                    </a:outerShdw>
                  </a:effectLst>
                  <a:ea typeface="黑体" panose="02010609060101010101" pitchFamily="49" charset="-122"/>
                </a:rPr>
                <a:t>7</a:t>
              </a:r>
              <a:r>
                <a:rPr lang="en-US" altLang="zh-CN" i="1" noProof="1">
                  <a:effectLst>
                    <a:outerShdw blurRad="38100" dist="38100" dir="2700000">
                      <a:srgbClr val="C0C0C0"/>
                    </a:outerShdw>
                  </a:effectLst>
                  <a:ea typeface="黑体" panose="02010609060101010101" pitchFamily="49" charset="-122"/>
                </a:rPr>
                <a:t>m</a:t>
              </a:r>
              <a:r>
                <a:rPr lang="en-US" altLang="zh-CN" baseline="30000" noProof="1">
                  <a:effectLst>
                    <a:outerShdw blurRad="38100" dist="38100" dir="2700000">
                      <a:srgbClr val="C0C0C0"/>
                    </a:outerShdw>
                  </a:effectLst>
                  <a:ea typeface="黑体" panose="02010609060101010101" pitchFamily="49" charset="-122"/>
                </a:rPr>
                <a:t>-1</a:t>
              </a:r>
              <a:endParaRPr lang="en-US" altLang="zh-CN" noProof="1">
                <a:effectLst>
                  <a:outerShdw blurRad="38100" dist="38100" dir="2700000">
                    <a:srgbClr val="C0C0C0"/>
                  </a:outerShdw>
                </a:effectLst>
                <a:ea typeface="黑体" panose="02010609060101010101" pitchFamily="49" charset="-122"/>
              </a:endParaRPr>
            </a:p>
          </p:txBody>
        </p:sp>
      </p:grpSp>
      <p:sp>
        <p:nvSpPr>
          <p:cNvPr id="409614" name="文本框 409613">
            <a:extLst>
              <a:ext uri="{FF2B5EF4-FFF2-40B4-BE49-F238E27FC236}">
                <a16:creationId xmlns:a16="http://schemas.microsoft.com/office/drawing/2014/main" id="{67C7846B-6324-4178-B509-22C245DD5E1F}"/>
              </a:ext>
            </a:extLst>
          </p:cNvPr>
          <p:cNvSpPr txBox="1"/>
          <p:nvPr/>
        </p:nvSpPr>
        <p:spPr>
          <a:xfrm>
            <a:off x="622300" y="6181725"/>
            <a:ext cx="4114800" cy="4937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50000"/>
              </a:spcBef>
              <a:defRPr/>
            </a:pPr>
            <a:r>
              <a:rPr lang="en-US" altLang="zh-CN" i="1" noProof="1">
                <a:effectLst>
                  <a:outerShdw blurRad="38100" dist="38100" dir="2700000">
                    <a:srgbClr val="C0C0C0"/>
                  </a:outerShdw>
                </a:effectLst>
                <a:ea typeface="黑体" panose="02010609060101010101" pitchFamily="49" charset="-122"/>
              </a:rPr>
              <a:t>R</a:t>
            </a:r>
            <a:r>
              <a:rPr lang="zh-CN" altLang="en-US" baseline="-25000" noProof="1">
                <a:effectLst>
                  <a:outerShdw blurRad="38100" dist="38100" dir="2700000">
                    <a:srgbClr val="C0C0C0"/>
                  </a:outerShdw>
                </a:effectLst>
                <a:ea typeface="黑体" panose="02010609060101010101" pitchFamily="49" charset="-122"/>
              </a:rPr>
              <a:t>实验</a:t>
            </a:r>
            <a:r>
              <a:rPr lang="en-US" altLang="zh-CN" noProof="1">
                <a:effectLst>
                  <a:outerShdw blurRad="38100" dist="38100" dir="2700000">
                    <a:srgbClr val="C0C0C0"/>
                  </a:outerShdw>
                </a:effectLst>
                <a:ea typeface="黑体" panose="02010609060101010101" pitchFamily="49" charset="-122"/>
              </a:rPr>
              <a:t>=1.096776×10</a:t>
            </a:r>
            <a:r>
              <a:rPr lang="en-US" altLang="zh-CN" baseline="30000" noProof="1">
                <a:effectLst>
                  <a:outerShdw blurRad="38100" dist="38100" dir="2700000">
                    <a:srgbClr val="C0C0C0"/>
                  </a:outerShdw>
                </a:effectLst>
                <a:ea typeface="黑体" panose="02010609060101010101" pitchFamily="49" charset="-122"/>
              </a:rPr>
              <a:t>7</a:t>
            </a:r>
            <a:r>
              <a:rPr lang="en-US" altLang="zh-CN" i="1" noProof="1">
                <a:effectLst>
                  <a:outerShdw blurRad="38100" dist="38100" dir="2700000">
                    <a:srgbClr val="C0C0C0"/>
                  </a:outerShdw>
                </a:effectLst>
                <a:ea typeface="黑体" panose="02010609060101010101" pitchFamily="49" charset="-122"/>
              </a:rPr>
              <a:t>m</a:t>
            </a:r>
            <a:r>
              <a:rPr lang="en-US" altLang="zh-CN" baseline="30000" noProof="1">
                <a:effectLst>
                  <a:outerShdw blurRad="38100" dist="38100" dir="2700000">
                    <a:srgbClr val="C0C0C0"/>
                  </a:outerShdw>
                </a:effectLst>
                <a:ea typeface="黑体" panose="02010609060101010101" pitchFamily="49" charset="-122"/>
              </a:rPr>
              <a:t>-1</a:t>
            </a:r>
            <a:endParaRPr lang="en-US" altLang="zh-CN" noProof="1">
              <a:effectLst>
                <a:outerShdw blurRad="38100" dist="38100" dir="2700000">
                  <a:srgbClr val="C0C0C0"/>
                </a:outerShdw>
              </a:effectLst>
              <a:ea typeface="黑体" panose="02010609060101010101" pitchFamily="49" charset="-122"/>
            </a:endParaRPr>
          </a:p>
        </p:txBody>
      </p:sp>
      <p:sp>
        <p:nvSpPr>
          <p:cNvPr id="409615" name="文本框 409614">
            <a:extLst>
              <a:ext uri="{FF2B5EF4-FFF2-40B4-BE49-F238E27FC236}">
                <a16:creationId xmlns:a16="http://schemas.microsoft.com/office/drawing/2014/main" id="{5D18F2BD-D963-414E-A320-124F707DAB83}"/>
              </a:ext>
            </a:extLst>
          </p:cNvPr>
          <p:cNvSpPr txBox="1"/>
          <p:nvPr/>
        </p:nvSpPr>
        <p:spPr>
          <a:xfrm>
            <a:off x="4527550" y="6243638"/>
            <a:ext cx="37020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zh-CN" altLang="en-US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黑体" panose="02010609060101010101" pitchFamily="49" charset="-122"/>
              </a:rPr>
              <a:t>理论值与实验值一致</a:t>
            </a:r>
          </a:p>
        </p:txBody>
      </p:sp>
      <p:graphicFrame>
        <p:nvGraphicFramePr>
          <p:cNvPr id="409616" name="内容占位符 409615">
            <a:extLst>
              <a:ext uri="{FF2B5EF4-FFF2-40B4-BE49-F238E27FC236}">
                <a16:creationId xmlns:a16="http://schemas.microsoft.com/office/drawing/2014/main" id="{60080BB3-5EB3-42EE-912C-619263826E36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268538" y="3933825"/>
          <a:ext cx="2009775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7" r:id="rId15" imgW="710891" imgH="393529" progId="Equation.DSMT4">
                  <p:embed/>
                </p:oleObj>
              </mc:Choice>
              <mc:Fallback>
                <p:oleObj r:id="rId15" imgW="710891" imgH="393529" progId="Equation.DSMT4">
                  <p:embed/>
                  <p:pic>
                    <p:nvPicPr>
                      <p:cNvPr id="0" name="内容占位符 409615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3933825"/>
                        <a:ext cx="2009775" cy="992188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17" name="文本框 409616">
            <a:extLst>
              <a:ext uri="{FF2B5EF4-FFF2-40B4-BE49-F238E27FC236}">
                <a16:creationId xmlns:a16="http://schemas.microsoft.com/office/drawing/2014/main" id="{91A5579C-8997-4C4D-BF2B-F225DC86AB73}"/>
              </a:ext>
            </a:extLst>
          </p:cNvPr>
          <p:cNvSpPr txBox="1"/>
          <p:nvPr/>
        </p:nvSpPr>
        <p:spPr>
          <a:xfrm>
            <a:off x="265113" y="620713"/>
            <a:ext cx="1260475" cy="528637"/>
          </a:xfrm>
          <a:prstGeom prst="rect">
            <a:avLst/>
          </a:prstGeom>
          <a:noFill/>
          <a:ln w="9525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noProof="1">
                <a:effectLst>
                  <a:outerShdw blurRad="38100" dist="38100" dir="2700000">
                    <a:srgbClr val="C0C0C0"/>
                  </a:outerShdw>
                </a:effectLst>
                <a:latin typeface="Tahoma" panose="020B0604030504040204" pitchFamily="34" charset="0"/>
                <a:ea typeface="黑体" panose="02010609060101010101" pitchFamily="49" charset="-122"/>
              </a:rPr>
              <a:t>回顾：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9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9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9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9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09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09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09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09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09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03" grpId="0"/>
      <p:bldP spid="409605" grpId="0"/>
      <p:bldP spid="409609" grpId="0"/>
      <p:bldP spid="409614" grpId="0"/>
      <p:bldP spid="4096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650" name="图片 411649" descr="氢原子能级跃迁">
            <a:extLst>
              <a:ext uri="{FF2B5EF4-FFF2-40B4-BE49-F238E27FC236}">
                <a16:creationId xmlns:a16="http://schemas.microsoft.com/office/drawing/2014/main" id="{BAA6A260-F37E-4663-A9BA-7B8889D47F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115888"/>
            <a:ext cx="7486650" cy="6323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1651" name="文本框 411650">
            <a:extLst>
              <a:ext uri="{FF2B5EF4-FFF2-40B4-BE49-F238E27FC236}">
                <a16:creationId xmlns:a16="http://schemas.microsoft.com/office/drawing/2014/main" id="{0843E47E-9738-4901-AEB1-8363BA5BB8C7}"/>
              </a:ext>
            </a:extLst>
          </p:cNvPr>
          <p:cNvSpPr txBox="1"/>
          <p:nvPr/>
        </p:nvSpPr>
        <p:spPr>
          <a:xfrm>
            <a:off x="2195513" y="6276975"/>
            <a:ext cx="51847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氢原子光谱系与相应的能级跃迁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11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93251FA6-6A46-482C-BB43-555BC972DDFC}"/>
              </a:ext>
            </a:extLst>
          </p:cNvPr>
          <p:cNvSpPr txBox="1"/>
          <p:nvPr/>
        </p:nvSpPr>
        <p:spPr>
          <a:xfrm>
            <a:off x="481012" y="708819"/>
            <a:ext cx="7950200" cy="650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0" hangingPunct="0">
              <a:lnSpc>
                <a:spcPct val="130000"/>
              </a:lnSpc>
              <a:defRPr/>
            </a:pPr>
            <a:r>
              <a:rPr kumimoji="1"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华文行楷" panose="02010800040101010101" pitchFamily="2" charset="-122"/>
              </a:rPr>
              <a:t>一、</a:t>
            </a:r>
            <a:r>
              <a:rPr kumimoji="1" lang="zh-CN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华文行楷" panose="02010800040101010101" pitchFamily="2" charset="-122"/>
              </a:rPr>
              <a:t>氢原子的薛定谔方程</a:t>
            </a:r>
            <a:endParaRPr kumimoji="1" lang="zh-CN" altLang="en-US" sz="2800" dirty="0">
              <a:effectLst>
                <a:outerShdw blurRad="38100" dist="38100" dir="2700000" algn="tl">
                  <a:srgbClr val="C0C0C0"/>
                </a:outerShdw>
              </a:effectLst>
              <a:ea typeface="华文行楷" panose="02010800040101010101" pitchFamily="2" charset="-122"/>
            </a:endParaRPr>
          </a:p>
        </p:txBody>
      </p:sp>
      <p:sp>
        <p:nvSpPr>
          <p:cNvPr id="12" name="Text Box 4">
            <a:extLst>
              <a:ext uri="{FF2B5EF4-FFF2-40B4-BE49-F238E27FC236}">
                <a16:creationId xmlns:a16="http://schemas.microsoft.com/office/drawing/2014/main" id="{17CC8A0A-EE8A-47EC-A613-8877A773B8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2608263"/>
            <a:ext cx="49720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2060"/>
                </a:solidFill>
              </a:rPr>
              <a:t>在氢原子中，电子的势能函数为：</a:t>
            </a:r>
          </a:p>
        </p:txBody>
      </p:sp>
      <p:sp>
        <p:nvSpPr>
          <p:cNvPr id="13" name="Text Box 6">
            <a:extLst>
              <a:ext uri="{FF2B5EF4-FFF2-40B4-BE49-F238E27FC236}">
                <a16:creationId xmlns:a16="http://schemas.microsoft.com/office/drawing/2014/main" id="{976DCB2F-C4BC-4F14-B941-6D5CD5FB3B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575" y="5484813"/>
            <a:ext cx="8601075" cy="1135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>
                <a:solidFill>
                  <a:srgbClr val="002060"/>
                </a:solidFill>
              </a:rPr>
              <a:t>        </a:t>
            </a:r>
            <a:r>
              <a:rPr lang="zh-CN" altLang="en-US">
                <a:solidFill>
                  <a:srgbClr val="002060"/>
                </a:solidFill>
              </a:rPr>
              <a:t>考虑到势能是 </a:t>
            </a:r>
            <a:r>
              <a:rPr lang="en-US" altLang="zh-CN" i="1">
                <a:solidFill>
                  <a:srgbClr val="002060"/>
                </a:solidFill>
              </a:rPr>
              <a:t>r </a:t>
            </a:r>
            <a:r>
              <a:rPr lang="zh-CN" altLang="zh-CN">
                <a:solidFill>
                  <a:srgbClr val="002060"/>
                </a:solidFill>
              </a:rPr>
              <a:t>的函数，采用球坐标系（ </a:t>
            </a:r>
            <a:r>
              <a:rPr lang="en-US" altLang="zh-CN" i="1">
                <a:solidFill>
                  <a:srgbClr val="002060"/>
                </a:solidFill>
              </a:rPr>
              <a:t>r</a:t>
            </a:r>
            <a:r>
              <a:rPr lang="en-US" altLang="zh-CN">
                <a:solidFill>
                  <a:srgbClr val="002060"/>
                </a:solidFill>
              </a:rPr>
              <a:t>, </a:t>
            </a:r>
            <a:r>
              <a:rPr lang="en-US" altLang="zh-CN" i="1">
                <a:solidFill>
                  <a:srgbClr val="002060"/>
                </a:solidFill>
                <a:sym typeface="Symbol" panose="05050102010706020507" pitchFamily="18" charset="2"/>
              </a:rPr>
              <a:t></a:t>
            </a:r>
            <a:r>
              <a:rPr lang="en-US" altLang="zh-CN">
                <a:solidFill>
                  <a:srgbClr val="002060"/>
                </a:solidFill>
                <a:sym typeface="Symbol" panose="05050102010706020507" pitchFamily="18" charset="2"/>
              </a:rPr>
              <a:t> , </a:t>
            </a:r>
            <a:r>
              <a:rPr lang="en-US" altLang="zh-CN" i="1">
                <a:solidFill>
                  <a:srgbClr val="002060"/>
                </a:solidFill>
                <a:sym typeface="Symbol" panose="05050102010706020507" pitchFamily="18" charset="2"/>
              </a:rPr>
              <a:t></a:t>
            </a:r>
            <a:r>
              <a:rPr lang="en-US" altLang="zh-CN">
                <a:solidFill>
                  <a:srgbClr val="002060"/>
                </a:solidFill>
                <a:sym typeface="Symbol" panose="05050102010706020507" pitchFamily="18" charset="2"/>
              </a:rPr>
              <a:t> </a:t>
            </a:r>
            <a:r>
              <a:rPr lang="zh-CN" altLang="zh-CN">
                <a:solidFill>
                  <a:srgbClr val="002060"/>
                </a:solidFill>
              </a:rPr>
              <a:t>）</a:t>
            </a:r>
            <a:r>
              <a:rPr lang="zh-CN" altLang="en-US">
                <a:solidFill>
                  <a:srgbClr val="002060"/>
                </a:solidFill>
                <a:sym typeface="Symbol" panose="05050102010706020507" pitchFamily="18" charset="2"/>
              </a:rPr>
              <a:t> </a:t>
            </a:r>
            <a:r>
              <a:rPr lang="zh-CN" altLang="zh-CN">
                <a:solidFill>
                  <a:srgbClr val="002060"/>
                </a:solidFill>
                <a:sym typeface="Symbol" panose="05050102010706020507" pitchFamily="18" charset="2"/>
              </a:rPr>
              <a:t>代替直角坐标 （</a:t>
            </a:r>
            <a:r>
              <a:rPr lang="en-US" altLang="zh-CN" i="1">
                <a:solidFill>
                  <a:srgbClr val="002060"/>
                </a:solidFill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002060"/>
                </a:solidFill>
                <a:sym typeface="Symbol" panose="05050102010706020507" pitchFamily="18" charset="2"/>
              </a:rPr>
              <a:t>, </a:t>
            </a:r>
            <a:r>
              <a:rPr lang="en-US" altLang="zh-CN" i="1">
                <a:solidFill>
                  <a:srgbClr val="002060"/>
                </a:solidFill>
                <a:sym typeface="Symbol" panose="05050102010706020507" pitchFamily="18" charset="2"/>
              </a:rPr>
              <a:t>y</a:t>
            </a:r>
            <a:r>
              <a:rPr lang="en-US" altLang="zh-CN">
                <a:solidFill>
                  <a:srgbClr val="002060"/>
                </a:solidFill>
                <a:sym typeface="Symbol" panose="05050102010706020507" pitchFamily="18" charset="2"/>
              </a:rPr>
              <a:t>, </a:t>
            </a:r>
            <a:r>
              <a:rPr lang="en-US" altLang="zh-CN" i="1">
                <a:solidFill>
                  <a:srgbClr val="002060"/>
                </a:solidFill>
                <a:sym typeface="Symbol" panose="05050102010706020507" pitchFamily="18" charset="2"/>
              </a:rPr>
              <a:t>z</a:t>
            </a:r>
            <a:r>
              <a:rPr lang="zh-CN" altLang="zh-CN">
                <a:solidFill>
                  <a:srgbClr val="002060"/>
                </a:solidFill>
                <a:sym typeface="Symbol" panose="05050102010706020507" pitchFamily="18" charset="2"/>
              </a:rPr>
              <a:t>）</a:t>
            </a:r>
            <a:r>
              <a:rPr lang="zh-CN" altLang="en-US">
                <a:solidFill>
                  <a:srgbClr val="002060"/>
                </a:solidFill>
                <a:sym typeface="Symbol" panose="05050102010706020507" pitchFamily="18" charset="2"/>
              </a:rPr>
              <a:t>，</a:t>
            </a:r>
            <a:r>
              <a:rPr lang="zh-CN" altLang="en-US">
                <a:solidFill>
                  <a:srgbClr val="002060"/>
                </a:solidFill>
              </a:rPr>
              <a:t>则</a:t>
            </a:r>
            <a:r>
              <a:rPr lang="zh-CN" altLang="en-US">
                <a:solidFill>
                  <a:srgbClr val="FF0000"/>
                </a:solidFill>
              </a:rPr>
              <a:t>球坐标</a:t>
            </a:r>
            <a:r>
              <a:rPr lang="zh-CN" altLang="en-US">
                <a:solidFill>
                  <a:srgbClr val="002060"/>
                </a:solidFill>
              </a:rPr>
              <a:t>中的定态薛定谔方程为：</a:t>
            </a:r>
          </a:p>
        </p:txBody>
      </p:sp>
      <p:graphicFrame>
        <p:nvGraphicFramePr>
          <p:cNvPr id="14" name="Object 2">
            <a:extLst>
              <a:ext uri="{FF2B5EF4-FFF2-40B4-BE49-F238E27FC236}">
                <a16:creationId xmlns:a16="http://schemas.microsoft.com/office/drawing/2014/main" id="{C0312DC0-0B95-4A61-ABB7-BBFCEA466D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20775" y="3111500"/>
          <a:ext cx="2157413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0" r:id="rId3" imgW="1600920" imgH="735840" progId="Equation.DSMT4">
                  <p:embed/>
                </p:oleObj>
              </mc:Choice>
              <mc:Fallback>
                <p:oleObj r:id="rId3" imgW="1600920" imgH="7358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0775" y="3111500"/>
                        <a:ext cx="2157413" cy="100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3">
            <a:extLst>
              <a:ext uri="{FF2B5EF4-FFF2-40B4-BE49-F238E27FC236}">
                <a16:creationId xmlns:a16="http://schemas.microsoft.com/office/drawing/2014/main" id="{348972BE-2F11-480B-B540-02ADC8FD14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20775" y="4292600"/>
          <a:ext cx="3460750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1" r:id="rId5" imgW="1815312" imgH="482391" progId="Equation.DSMT4">
                  <p:embed/>
                </p:oleObj>
              </mc:Choice>
              <mc:Fallback>
                <p:oleObj r:id="rId5" imgW="1815312" imgH="482391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0775" y="4292600"/>
                        <a:ext cx="3460750" cy="992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4">
            <a:extLst>
              <a:ext uri="{FF2B5EF4-FFF2-40B4-BE49-F238E27FC236}">
                <a16:creationId xmlns:a16="http://schemas.microsoft.com/office/drawing/2014/main" id="{EE89AB5A-EBEF-48E5-8497-148C45237C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6313" y="1373188"/>
          <a:ext cx="3981450" cy="1023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2" r:id="rId7" imgW="3252960" imgH="774000" progId="Equation.DSMT4">
                  <p:embed/>
                </p:oleObj>
              </mc:Choice>
              <mc:Fallback>
                <p:oleObj r:id="rId7" imgW="3252960" imgH="774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6313" y="1373188"/>
                        <a:ext cx="3981450" cy="1023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175" name="图片 2">
            <a:extLst>
              <a:ext uri="{FF2B5EF4-FFF2-40B4-BE49-F238E27FC236}">
                <a16:creationId xmlns:a16="http://schemas.microsoft.com/office/drawing/2014/main" id="{974424AD-3072-4591-BDF0-49A8F80A6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7013" y="1498600"/>
            <a:ext cx="3629025" cy="287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0D4F587-FDC2-4A4E-8631-838C12D7FD2F}"/>
              </a:ext>
            </a:extLst>
          </p:cNvPr>
          <p:cNvSpPr txBox="1"/>
          <p:nvPr/>
        </p:nvSpPr>
        <p:spPr>
          <a:xfrm>
            <a:off x="1711325" y="182563"/>
            <a:ext cx="54102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rgbClr val="CC3300"/>
              </a:buClr>
              <a:buSzPct val="90000"/>
              <a:buFont typeface="Wingdings" panose="05000000000000000000" pitchFamily="2" charset="2"/>
              <a:buNone/>
              <a:defRPr/>
            </a:pPr>
            <a:r>
              <a:rPr lang="en-US" altLang="zh-CN" sz="320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黑体" panose="02010609060101010101" pitchFamily="49" charset="-122"/>
              </a:rPr>
              <a:t>15-10</a:t>
            </a:r>
            <a:r>
              <a:rPr lang="zh-CN" altLang="en-US" sz="320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黑体" panose="02010609060101010101" pitchFamily="49" charset="-122"/>
              </a:rPr>
              <a:t>氢原子的量子理论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75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1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7" name="Object 2">
            <a:extLst>
              <a:ext uri="{FF2B5EF4-FFF2-40B4-BE49-F238E27FC236}">
                <a16:creationId xmlns:a16="http://schemas.microsoft.com/office/drawing/2014/main" id="{75D8EF3A-D23F-4DD3-88D6-6910F7A2F4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125" y="96838"/>
          <a:ext cx="8632825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9" r:id="rId3" imgW="8018280" imgH="735840" progId="Equation.DSMT4">
                  <p:embed/>
                </p:oleObj>
              </mc:Choice>
              <mc:Fallback>
                <p:oleObj r:id="rId3" imgW="8018280" imgH="7358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125" y="96838"/>
                        <a:ext cx="8632825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8" name="Text Box 9">
            <a:extLst>
              <a:ext uri="{FF2B5EF4-FFF2-40B4-BE49-F238E27FC236}">
                <a16:creationId xmlns:a16="http://schemas.microsoft.com/office/drawing/2014/main" id="{A07865B1-0C22-45D4-8590-BDB0B45291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196975"/>
            <a:ext cx="28178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2060"/>
                </a:solidFill>
              </a:rPr>
              <a:t>式中，</a:t>
            </a:r>
          </a:p>
        </p:txBody>
      </p:sp>
      <p:graphicFrame>
        <p:nvGraphicFramePr>
          <p:cNvPr id="9219" name="Object 3">
            <a:extLst>
              <a:ext uri="{FF2B5EF4-FFF2-40B4-BE49-F238E27FC236}">
                <a16:creationId xmlns:a16="http://schemas.microsoft.com/office/drawing/2014/main" id="{34D3C1C3-0838-4A2B-9DDA-22833A842F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63688" y="1133475"/>
          <a:ext cx="2112962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0" r:id="rId5" imgW="1474200" imgH="329760" progId="Equation.DSMT4">
                  <p:embed/>
                </p:oleObj>
              </mc:Choice>
              <mc:Fallback>
                <p:oleObj r:id="rId5" imgW="1474200" imgH="32976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3688" y="1133475"/>
                        <a:ext cx="2112962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21">
            <a:extLst>
              <a:ext uri="{FF2B5EF4-FFF2-40B4-BE49-F238E27FC236}">
                <a16:creationId xmlns:a16="http://schemas.microsoft.com/office/drawing/2014/main" id="{18C4BAE5-85B4-43F6-A781-1A890522E5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" y="1774825"/>
            <a:ext cx="6659563" cy="4619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zh-CN" altLang="en-US" dirty="0">
                <a:solidFill>
                  <a:srgbClr val="002060"/>
                </a:solidFill>
                <a:ea typeface="楷体_GB2312" pitchFamily="49" charset="-122"/>
                <a:sym typeface="Symbol" panose="05050102010706020507" pitchFamily="18" charset="2"/>
              </a:rPr>
              <a:t>用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分离变量法</a:t>
            </a:r>
            <a:r>
              <a:rPr lang="zh-CN" altLang="en-US" dirty="0">
                <a:solidFill>
                  <a:srgbClr val="002060"/>
                </a:solidFill>
                <a:ea typeface="楷体_GB2312" pitchFamily="49" charset="-122"/>
                <a:sym typeface="Symbol" panose="05050102010706020507" pitchFamily="18" charset="2"/>
              </a:rPr>
              <a:t>求解</a:t>
            </a:r>
            <a:r>
              <a:rPr lang="zh-CN" altLang="en-US" dirty="0">
                <a:solidFill>
                  <a:srgbClr val="002060"/>
                </a:solidFill>
                <a:ea typeface="楷体_GB2312" pitchFamily="49" charset="-122"/>
              </a:rPr>
              <a:t>氢原子的薛定谔方程：</a:t>
            </a:r>
            <a:endParaRPr lang="zh-CN" altLang="en-US" dirty="0">
              <a:solidFill>
                <a:srgbClr val="002060"/>
              </a:solidFill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14" name="Object 6">
            <a:extLst>
              <a:ext uri="{FF2B5EF4-FFF2-40B4-BE49-F238E27FC236}">
                <a16:creationId xmlns:a16="http://schemas.microsoft.com/office/drawing/2014/main" id="{A9D4E194-C343-467E-8938-0797079A83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63675" y="2349500"/>
          <a:ext cx="4030663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1" r:id="rId7" imgW="2744640" imgH="329760" progId="Equation.DSMT4">
                  <p:embed/>
                </p:oleObj>
              </mc:Choice>
              <mc:Fallback>
                <p:oleObj r:id="rId7" imgW="2744640" imgH="32976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3675" y="2349500"/>
                        <a:ext cx="4030663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8">
            <a:extLst>
              <a:ext uri="{FF2B5EF4-FFF2-40B4-BE49-F238E27FC236}">
                <a16:creationId xmlns:a16="http://schemas.microsoft.com/office/drawing/2014/main" id="{A663AF30-B2D9-4F0C-B928-05AB18EE09AB}"/>
              </a:ext>
            </a:extLst>
          </p:cNvPr>
          <p:cNvGraphicFramePr>
            <a:graphicFrameLocks/>
          </p:cNvGraphicFramePr>
          <p:nvPr/>
        </p:nvGraphicFramePr>
        <p:xfrm>
          <a:off x="-1588" y="2854325"/>
          <a:ext cx="9183688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2" r:id="rId9" imgW="4354210" imgH="482391" progId="Equation.DSMT4">
                  <p:embed/>
                </p:oleObj>
              </mc:Choice>
              <mc:Fallback>
                <p:oleObj r:id="rId9" imgW="4354210" imgH="482391" progId="Equation.DSMT4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588" y="2854325"/>
                        <a:ext cx="9183688" cy="1123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6">
            <a:extLst>
              <a:ext uri="{FF2B5EF4-FFF2-40B4-BE49-F238E27FC236}">
                <a16:creationId xmlns:a16="http://schemas.microsoft.com/office/drawing/2014/main" id="{5A519661-12F9-439C-A7EA-5695678DC3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263" y="3978275"/>
            <a:ext cx="8642350" cy="8302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10000"/>
              </a:spcBef>
              <a:defRPr/>
            </a:pPr>
            <a:r>
              <a:rPr kumimoji="1"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  </a:t>
            </a:r>
            <a:r>
              <a:rPr kumimoji="1"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式中等号左边只与</a:t>
            </a:r>
            <a:r>
              <a:rPr kumimoji="1" lang="en-US" altLang="zh-CN" i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</a:t>
            </a:r>
            <a:r>
              <a:rPr kumimoji="1"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有关、右边只与</a:t>
            </a:r>
            <a:r>
              <a:rPr kumimoji="1" lang="en-US" altLang="zh-CN" i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θ</a:t>
            </a:r>
            <a:r>
              <a:rPr kumimoji="1" lang="en-US" altLang="zh-CN" i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   </a:t>
            </a:r>
            <a:r>
              <a:rPr kumimoji="1"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有关。两边恒等，必须分别等于同一常数，设此常数为</a:t>
            </a:r>
            <a:r>
              <a:rPr kumimoji="1" lang="el-GR" altLang="zh-CN" i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λ</a:t>
            </a:r>
            <a:r>
              <a:rPr kumimoji="1"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，则：</a:t>
            </a:r>
          </a:p>
        </p:txBody>
      </p:sp>
      <p:graphicFrame>
        <p:nvGraphicFramePr>
          <p:cNvPr id="17" name="Object 9">
            <a:extLst>
              <a:ext uri="{FF2B5EF4-FFF2-40B4-BE49-F238E27FC236}">
                <a16:creationId xmlns:a16="http://schemas.microsoft.com/office/drawing/2014/main" id="{DCBD7094-87C0-4E2D-8B3E-D61DCA9D19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5113" y="5805488"/>
          <a:ext cx="8037512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3" r:id="rId11" imgW="3478290" imgH="444307" progId="Equation.DSMT4">
                  <p:embed/>
                </p:oleObj>
              </mc:Choice>
              <mc:Fallback>
                <p:oleObj r:id="rId11" imgW="3478290" imgH="444307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113" y="5805488"/>
                        <a:ext cx="8037512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0">
            <a:extLst>
              <a:ext uri="{FF2B5EF4-FFF2-40B4-BE49-F238E27FC236}">
                <a16:creationId xmlns:a16="http://schemas.microsoft.com/office/drawing/2014/main" id="{94D417E3-989E-4E11-AB04-56210BAFE427}"/>
              </a:ext>
            </a:extLst>
          </p:cNvPr>
          <p:cNvGraphicFramePr>
            <a:graphicFrameLocks/>
          </p:cNvGraphicFramePr>
          <p:nvPr/>
        </p:nvGraphicFramePr>
        <p:xfrm>
          <a:off x="384175" y="4806950"/>
          <a:ext cx="6067425" cy="1103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4" r:id="rId13" imgW="3184200" imgH="492840" progId="Equation.DSMT4">
                  <p:embed/>
                </p:oleObj>
              </mc:Choice>
              <mc:Fallback>
                <p:oleObj r:id="rId13" imgW="3184200" imgH="492840" progId="Equation.DSMT4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lum contrast="8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175" y="4806950"/>
                        <a:ext cx="6067425" cy="1103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33">
            <a:extLst>
              <a:ext uri="{FF2B5EF4-FFF2-40B4-BE49-F238E27FC236}">
                <a16:creationId xmlns:a16="http://schemas.microsoft.com/office/drawing/2014/main" id="{D10EA630-009C-4FA2-993E-F08C5E1540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650" y="5059363"/>
            <a:ext cx="1152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…(1)</a:t>
            </a:r>
          </a:p>
        </p:txBody>
      </p:sp>
      <p:sp>
        <p:nvSpPr>
          <p:cNvPr id="24" name="Text Box 33">
            <a:extLst>
              <a:ext uri="{FF2B5EF4-FFF2-40B4-BE49-F238E27FC236}">
                <a16:creationId xmlns:a16="http://schemas.microsoft.com/office/drawing/2014/main" id="{3F7D861F-972F-4FD5-9E1C-9237E0F08C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5313" y="6065838"/>
            <a:ext cx="928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…(2)</a:t>
            </a:r>
          </a:p>
        </p:txBody>
      </p:sp>
      <p:graphicFrame>
        <p:nvGraphicFramePr>
          <p:cNvPr id="18" name="Object 12">
            <a:extLst>
              <a:ext uri="{FF2B5EF4-FFF2-40B4-BE49-F238E27FC236}">
                <a16:creationId xmlns:a16="http://schemas.microsoft.com/office/drawing/2014/main" id="{66B14835-6289-4DC0-8177-CC6F9399CA87}"/>
              </a:ext>
            </a:extLst>
          </p:cNvPr>
          <p:cNvGraphicFramePr>
            <a:graphicFrameLocks/>
          </p:cNvGraphicFramePr>
          <p:nvPr/>
        </p:nvGraphicFramePr>
        <p:xfrm>
          <a:off x="5524500" y="4051300"/>
          <a:ext cx="288925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5" r:id="rId15" imgW="139518" imgH="164885" progId="Equation.DSMT4">
                  <p:embed/>
                </p:oleObj>
              </mc:Choice>
              <mc:Fallback>
                <p:oleObj r:id="rId15" imgW="139518" imgH="164885" progId="Equation.DSMT4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4500" y="4051300"/>
                        <a:ext cx="288925" cy="34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  <p:bldP spid="16" grpId="0"/>
      <p:bldP spid="22" grpId="0"/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85" name="Text Box 5">
            <a:extLst>
              <a:ext uri="{FF2B5EF4-FFF2-40B4-BE49-F238E27FC236}">
                <a16:creationId xmlns:a16="http://schemas.microsoft.com/office/drawing/2014/main" id="{503B5481-4C3C-4434-A8EA-141D120FA2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989138"/>
            <a:ext cx="1885950" cy="4619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zh-CN" altLang="en-US" i="1" u="sng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解方程（</a:t>
            </a:r>
            <a:r>
              <a:rPr kumimoji="1" lang="en-US" altLang="zh-CN" i="1" u="sng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2</a:t>
            </a:r>
            <a:r>
              <a:rPr kumimoji="1" lang="zh-CN" altLang="en-US" i="1" u="sng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）</a:t>
            </a:r>
          </a:p>
        </p:txBody>
      </p:sp>
      <p:graphicFrame>
        <p:nvGraphicFramePr>
          <p:cNvPr id="481289" name="Object 3">
            <a:extLst>
              <a:ext uri="{FF2B5EF4-FFF2-40B4-BE49-F238E27FC236}">
                <a16:creationId xmlns:a16="http://schemas.microsoft.com/office/drawing/2014/main" id="{B087695E-15E0-4468-B1CC-C2F240B4137E}"/>
              </a:ext>
            </a:extLst>
          </p:cNvPr>
          <p:cNvGraphicFramePr>
            <a:graphicFrameLocks/>
          </p:cNvGraphicFramePr>
          <p:nvPr/>
        </p:nvGraphicFramePr>
        <p:xfrm>
          <a:off x="1635125" y="2493963"/>
          <a:ext cx="1666875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8" r:id="rId3" imgW="685205" imgH="203024" progId="Equation.DSMT4">
                  <p:embed/>
                </p:oleObj>
              </mc:Choice>
              <mc:Fallback>
                <p:oleObj r:id="rId3" imgW="685205" imgH="203024" progId="Equation.DSMT4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5125" y="2493963"/>
                        <a:ext cx="1666875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290" name="Object 4">
            <a:extLst>
              <a:ext uri="{FF2B5EF4-FFF2-40B4-BE49-F238E27FC236}">
                <a16:creationId xmlns:a16="http://schemas.microsoft.com/office/drawing/2014/main" id="{0C7FD326-9549-4591-A745-E2A14C34F3BE}"/>
              </a:ext>
            </a:extLst>
          </p:cNvPr>
          <p:cNvGraphicFramePr>
            <a:graphicFrameLocks/>
          </p:cNvGraphicFramePr>
          <p:nvPr/>
        </p:nvGraphicFramePr>
        <p:xfrm>
          <a:off x="3789363" y="2520950"/>
          <a:ext cx="2271712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9" r:id="rId5" imgW="1066337" imgH="190417" progId="Equation.DSMT4">
                  <p:embed/>
                </p:oleObj>
              </mc:Choice>
              <mc:Fallback>
                <p:oleObj r:id="rId5" imgW="1066337" imgH="190417" progId="Equation.DSMT4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9363" y="2520950"/>
                        <a:ext cx="2271712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0">
            <a:extLst>
              <a:ext uri="{FF2B5EF4-FFF2-40B4-BE49-F238E27FC236}">
                <a16:creationId xmlns:a16="http://schemas.microsoft.com/office/drawing/2014/main" id="{6B78A844-6029-47BB-8FCD-A2AB99EB27E3}"/>
              </a:ext>
            </a:extLst>
          </p:cNvPr>
          <p:cNvGraphicFramePr>
            <a:graphicFrameLocks/>
          </p:cNvGraphicFramePr>
          <p:nvPr/>
        </p:nvGraphicFramePr>
        <p:xfrm>
          <a:off x="1619250" y="5661025"/>
          <a:ext cx="249555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0" r:id="rId7" imgW="885960" imgH="235080" progId="Equation.DSMT4">
                  <p:embed/>
                </p:oleObj>
              </mc:Choice>
              <mc:Fallback>
                <p:oleObj r:id="rId7" imgW="885960" imgH="235080" progId="Equation.DSMT4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5661025"/>
                        <a:ext cx="2495550" cy="504825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CCFFFF"/>
                          </a:gs>
                          <a:gs pos="50000">
                            <a:schemeClr val="bg1"/>
                          </a:gs>
                          <a:gs pos="100000">
                            <a:srgbClr val="CCFFFF"/>
                          </a:gs>
                        </a:gsLst>
                        <a:lin ang="5400000" scaled="1"/>
                      </a:gradFill>
                      <a:ln w="57150" cmpd="thinThick">
                        <a:solidFill>
                          <a:srgbClr val="33CCC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697" name="Object 17">
            <a:extLst>
              <a:ext uri="{FF2B5EF4-FFF2-40B4-BE49-F238E27FC236}">
                <a16:creationId xmlns:a16="http://schemas.microsoft.com/office/drawing/2014/main" id="{097D3FD9-CA7E-45E1-941D-68EFE7D3B53E}"/>
              </a:ext>
            </a:extLst>
          </p:cNvPr>
          <p:cNvGraphicFramePr>
            <a:graphicFrameLocks/>
          </p:cNvGraphicFramePr>
          <p:nvPr/>
        </p:nvGraphicFramePr>
        <p:xfrm>
          <a:off x="4787900" y="5661025"/>
          <a:ext cx="2271713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1" r:id="rId9" imgW="1066337" imgH="190417" progId="Equation.DSMT4">
                  <p:embed/>
                </p:oleObj>
              </mc:Choice>
              <mc:Fallback>
                <p:oleObj r:id="rId9" imgW="1066337" imgH="190417" progId="Equation.DSMT4">
                  <p:embed/>
                  <p:pic>
                    <p:nvPicPr>
                      <p:cNvPr id="0" name="Object 1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5661025"/>
                        <a:ext cx="2271713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6" name="Object 9">
            <a:extLst>
              <a:ext uri="{FF2B5EF4-FFF2-40B4-BE49-F238E27FC236}">
                <a16:creationId xmlns:a16="http://schemas.microsoft.com/office/drawing/2014/main" id="{22E4739B-421C-4140-900C-ACC42F4FEE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5113" y="960438"/>
          <a:ext cx="8037512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2" r:id="rId10" imgW="3478290" imgH="444307" progId="Equation.DSMT4">
                  <p:embed/>
                </p:oleObj>
              </mc:Choice>
              <mc:Fallback>
                <p:oleObj r:id="rId10" imgW="3478290" imgH="444307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113" y="960438"/>
                        <a:ext cx="8037512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7" name="Text Box 33">
            <a:extLst>
              <a:ext uri="{FF2B5EF4-FFF2-40B4-BE49-F238E27FC236}">
                <a16:creationId xmlns:a16="http://schemas.microsoft.com/office/drawing/2014/main" id="{8684110B-1A75-4476-BA88-E7E0CE8C17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5313" y="1220788"/>
            <a:ext cx="928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…(2)</a:t>
            </a:r>
          </a:p>
        </p:txBody>
      </p:sp>
      <p:graphicFrame>
        <p:nvGraphicFramePr>
          <p:cNvPr id="10248" name="Object 6">
            <a:extLst>
              <a:ext uri="{FF2B5EF4-FFF2-40B4-BE49-F238E27FC236}">
                <a16:creationId xmlns:a16="http://schemas.microsoft.com/office/drawing/2014/main" id="{3AD9869B-1EF5-433B-B74B-82DF96B421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13338" y="101600"/>
          <a:ext cx="4030662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3" r:id="rId12" imgW="2744640" imgH="329760" progId="Equation.DSMT4">
                  <p:embed/>
                </p:oleObj>
              </mc:Choice>
              <mc:Fallback>
                <p:oleObj r:id="rId12" imgW="2744640" imgH="32976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3338" y="101600"/>
                        <a:ext cx="4030662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21">
            <a:extLst>
              <a:ext uri="{FF2B5EF4-FFF2-40B4-BE49-F238E27FC236}">
                <a16:creationId xmlns:a16="http://schemas.microsoft.com/office/drawing/2014/main" id="{269BD504-764D-49D8-B337-7BEFCEF81E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141663"/>
            <a:ext cx="11525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2060"/>
                </a:solidFill>
                <a:sym typeface="Symbol" panose="05050102010706020507" pitchFamily="18" charset="2"/>
              </a:rPr>
              <a:t>角动量</a:t>
            </a:r>
          </a:p>
        </p:txBody>
      </p:sp>
      <p:graphicFrame>
        <p:nvGraphicFramePr>
          <p:cNvPr id="3" name="Object 11">
            <a:extLst>
              <a:ext uri="{FF2B5EF4-FFF2-40B4-BE49-F238E27FC236}">
                <a16:creationId xmlns:a16="http://schemas.microsoft.com/office/drawing/2014/main" id="{4A4275C3-06CC-4337-A944-6696D991A582}"/>
              </a:ext>
            </a:extLst>
          </p:cNvPr>
          <p:cNvGraphicFramePr>
            <a:graphicFrameLocks/>
          </p:cNvGraphicFramePr>
          <p:nvPr/>
        </p:nvGraphicFramePr>
        <p:xfrm>
          <a:off x="1403350" y="3022600"/>
          <a:ext cx="145097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4" r:id="rId14" imgW="596900" imgH="279400" progId="Equation.DSMT4">
                  <p:embed/>
                </p:oleObj>
              </mc:Choice>
              <mc:Fallback>
                <p:oleObj r:id="rId14" imgW="596900" imgH="279400" progId="Equation.DSMT4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3022600"/>
                        <a:ext cx="1450975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2">
            <a:extLst>
              <a:ext uri="{FF2B5EF4-FFF2-40B4-BE49-F238E27FC236}">
                <a16:creationId xmlns:a16="http://schemas.microsoft.com/office/drawing/2014/main" id="{AF260FC6-0F8A-41C7-98DE-D1F9BB7CA9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4438" y="3573463"/>
          <a:ext cx="5749925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5" r:id="rId16" imgW="2488120" imgH="482391" progId="Equation.DSMT4">
                  <p:embed/>
                </p:oleObj>
              </mc:Choice>
              <mc:Fallback>
                <p:oleObj r:id="rId16" imgW="2488120" imgH="482391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3573463"/>
                        <a:ext cx="5749925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33">
            <a:extLst>
              <a:ext uri="{FF2B5EF4-FFF2-40B4-BE49-F238E27FC236}">
                <a16:creationId xmlns:a16="http://schemas.microsoft.com/office/drawing/2014/main" id="{528538EB-5F74-4FBC-96A6-6307472361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" y="4772025"/>
            <a:ext cx="92868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(2)*</a:t>
            </a:r>
          </a:p>
        </p:txBody>
      </p:sp>
      <p:sp>
        <p:nvSpPr>
          <p:cNvPr id="22" name="右箭头 21">
            <a:extLst>
              <a:ext uri="{FF2B5EF4-FFF2-40B4-BE49-F238E27FC236}">
                <a16:creationId xmlns:a16="http://schemas.microsoft.com/office/drawing/2014/main" id="{5A08C02D-7F71-4C44-9098-997207820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4941888"/>
            <a:ext cx="647700" cy="142875"/>
          </a:xfrm>
          <a:prstGeom prst="rightArrow">
            <a:avLst>
              <a:gd name="adj1" fmla="val 50000"/>
              <a:gd name="adj2" fmla="val 50244"/>
            </a:avLst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zh-CN" altLang="en-US"/>
          </a:p>
        </p:txBody>
      </p:sp>
      <p:graphicFrame>
        <p:nvGraphicFramePr>
          <p:cNvPr id="5" name="Object 13">
            <a:extLst>
              <a:ext uri="{FF2B5EF4-FFF2-40B4-BE49-F238E27FC236}">
                <a16:creationId xmlns:a16="http://schemas.microsoft.com/office/drawing/2014/main" id="{826235BC-1B54-463B-9304-9C22BA0CBD9F}"/>
              </a:ext>
            </a:extLst>
          </p:cNvPr>
          <p:cNvGraphicFramePr>
            <a:graphicFrameLocks/>
          </p:cNvGraphicFramePr>
          <p:nvPr/>
        </p:nvGraphicFramePr>
        <p:xfrm>
          <a:off x="2051050" y="3700463"/>
          <a:ext cx="431800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6" r:id="rId18" imgW="177492" imgH="240882" progId="Equation.DSMT4">
                  <p:embed/>
                </p:oleObj>
              </mc:Choice>
              <mc:Fallback>
                <p:oleObj r:id="rId18" imgW="177492" imgH="240882" progId="Equation.DSMT4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3700463"/>
                        <a:ext cx="431800" cy="592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4">
            <a:extLst>
              <a:ext uri="{FF2B5EF4-FFF2-40B4-BE49-F238E27FC236}">
                <a16:creationId xmlns:a16="http://schemas.microsoft.com/office/drawing/2014/main" id="{F4528EED-74B1-4A56-93FA-3AA2E05EC91F}"/>
              </a:ext>
            </a:extLst>
          </p:cNvPr>
          <p:cNvGraphicFramePr>
            <a:graphicFrameLocks/>
          </p:cNvGraphicFramePr>
          <p:nvPr/>
        </p:nvGraphicFramePr>
        <p:xfrm>
          <a:off x="2051050" y="4651375"/>
          <a:ext cx="6200775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7" r:id="rId20" imgW="2550486" imgH="304536" progId="Equation.DSMT4">
                  <p:embed/>
                </p:oleObj>
              </mc:Choice>
              <mc:Fallback>
                <p:oleObj r:id="rId20" imgW="2550486" imgH="304536" progId="Equation.DSMT4">
                  <p:embed/>
                  <p:pic>
                    <p:nvPicPr>
                      <p:cNvPr id="0" name="Object 14"/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4651375"/>
                        <a:ext cx="6200775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21">
            <a:extLst>
              <a:ext uri="{FF2B5EF4-FFF2-40B4-BE49-F238E27FC236}">
                <a16:creationId xmlns:a16="http://schemas.microsoft.com/office/drawing/2014/main" id="{B6F47B8B-930D-4363-8420-32282DDBCE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725" y="3860800"/>
            <a:ext cx="15033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rgbClr val="002060"/>
                </a:solidFill>
                <a:sym typeface="Symbol" panose="05050102010706020507" pitchFamily="18" charset="2"/>
              </a:rPr>
              <a:t>球坐标系下</a:t>
            </a:r>
          </a:p>
        </p:txBody>
      </p:sp>
      <p:graphicFrame>
        <p:nvGraphicFramePr>
          <p:cNvPr id="7" name="Object 12">
            <a:extLst>
              <a:ext uri="{FF2B5EF4-FFF2-40B4-BE49-F238E27FC236}">
                <a16:creationId xmlns:a16="http://schemas.microsoft.com/office/drawing/2014/main" id="{64F1A39D-9687-49ED-9EC2-954123A487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3775" y="4776788"/>
          <a:ext cx="40957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8" r:id="rId22" imgW="177480" imgH="190440" progId="Equation.DSMT4">
                  <p:embed/>
                </p:oleObj>
              </mc:Choice>
              <mc:Fallback>
                <p:oleObj r:id="rId22" imgW="177480" imgH="19044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3775" y="4776788"/>
                        <a:ext cx="409575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1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481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500"/>
                                        <p:tgtEl>
                                          <p:spTgt spid="481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095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285" grpId="0"/>
      <p:bldP spid="15" grpId="0" build="p"/>
      <p:bldP spid="20" grpId="0"/>
      <p:bldP spid="22" grpId="0" bldLvl="0" animBg="1"/>
      <p:bldP spid="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5" name="Object 10">
            <a:extLst>
              <a:ext uri="{FF2B5EF4-FFF2-40B4-BE49-F238E27FC236}">
                <a16:creationId xmlns:a16="http://schemas.microsoft.com/office/drawing/2014/main" id="{1A86C14D-8CF3-4476-A89C-348C7024FC8A}"/>
              </a:ext>
            </a:extLst>
          </p:cNvPr>
          <p:cNvGraphicFramePr>
            <a:graphicFrameLocks/>
          </p:cNvGraphicFramePr>
          <p:nvPr/>
        </p:nvGraphicFramePr>
        <p:xfrm>
          <a:off x="1619250" y="3178175"/>
          <a:ext cx="249555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2" r:id="rId3" imgW="885960" imgH="235080" progId="Equation.DSMT4">
                  <p:embed/>
                </p:oleObj>
              </mc:Choice>
              <mc:Fallback>
                <p:oleObj r:id="rId3" imgW="885960" imgH="235080" progId="Equation.DSMT4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3178175"/>
                        <a:ext cx="2495550" cy="504825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CCFFFF"/>
                          </a:gs>
                          <a:gs pos="50000">
                            <a:schemeClr val="bg1"/>
                          </a:gs>
                          <a:gs pos="100000">
                            <a:srgbClr val="CCFFFF"/>
                          </a:gs>
                        </a:gsLst>
                        <a:lin ang="5400000" scaled="1"/>
                      </a:gradFill>
                      <a:ln w="57150" cmpd="thinThick">
                        <a:solidFill>
                          <a:srgbClr val="33CCC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7" name="Object 12">
            <a:extLst>
              <a:ext uri="{FF2B5EF4-FFF2-40B4-BE49-F238E27FC236}">
                <a16:creationId xmlns:a16="http://schemas.microsoft.com/office/drawing/2014/main" id="{037C3E1D-684A-48C6-BCBC-32934649F971}"/>
              </a:ext>
            </a:extLst>
          </p:cNvPr>
          <p:cNvGraphicFramePr>
            <a:graphicFrameLocks/>
          </p:cNvGraphicFramePr>
          <p:nvPr/>
        </p:nvGraphicFramePr>
        <p:xfrm>
          <a:off x="1619250" y="5084763"/>
          <a:ext cx="1898650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3" r:id="rId5" imgW="571680" imgH="212760" progId="Equation.DSMT4">
                  <p:embed/>
                </p:oleObj>
              </mc:Choice>
              <mc:Fallback>
                <p:oleObj r:id="rId5" imgW="571680" imgH="212760" progId="Equation.DSMT4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5084763"/>
                        <a:ext cx="1898650" cy="573087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CCFFFF"/>
                          </a:gs>
                          <a:gs pos="50000">
                            <a:srgbClr val="FFFFFF"/>
                          </a:gs>
                          <a:gs pos="100000">
                            <a:srgbClr val="CCFFFF"/>
                          </a:gs>
                        </a:gsLst>
                        <a:lin ang="5400000" scaled="1"/>
                      </a:gradFill>
                      <a:ln w="57150" cmpd="thinThick">
                        <a:pattFill prst="pct70">
                          <a:fgClr>
                            <a:srgbClr val="33CCFF"/>
                          </a:fgClr>
                          <a:bgClr>
                            <a:srgbClr val="FFFFFF"/>
                          </a:bgClr>
                        </a:patt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694" name="Object 14">
            <a:extLst>
              <a:ext uri="{FF2B5EF4-FFF2-40B4-BE49-F238E27FC236}">
                <a16:creationId xmlns:a16="http://schemas.microsoft.com/office/drawing/2014/main" id="{74E8A44B-BA04-4DCC-AD40-0B9D0F556E6D}"/>
              </a:ext>
            </a:extLst>
          </p:cNvPr>
          <p:cNvGraphicFramePr>
            <a:graphicFrameLocks/>
          </p:cNvGraphicFramePr>
          <p:nvPr/>
        </p:nvGraphicFramePr>
        <p:xfrm>
          <a:off x="3995738" y="5156200"/>
          <a:ext cx="4032250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4" r:id="rId7" imgW="1468800" imgH="212760" progId="Equation.3">
                  <p:embed/>
                </p:oleObj>
              </mc:Choice>
              <mc:Fallback>
                <p:oleObj r:id="rId7" imgW="1468800" imgH="212760" progId="Equation.3">
                  <p:embed/>
                  <p:pic>
                    <p:nvPicPr>
                      <p:cNvPr id="0" name="Object 14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5156200"/>
                        <a:ext cx="4032250" cy="541338"/>
                      </a:xfrm>
                      <a:prstGeom prst="rect">
                        <a:avLst/>
                      </a:prstGeom>
                      <a:noFill/>
                      <a:ln w="57150" cmpd="thinThick">
                        <a:solidFill>
                          <a:srgbClr val="008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8" name="Object 17">
            <a:extLst>
              <a:ext uri="{FF2B5EF4-FFF2-40B4-BE49-F238E27FC236}">
                <a16:creationId xmlns:a16="http://schemas.microsoft.com/office/drawing/2014/main" id="{7C6E1275-BDAB-4384-BC66-DD58FD622E9D}"/>
              </a:ext>
            </a:extLst>
          </p:cNvPr>
          <p:cNvGraphicFramePr>
            <a:graphicFrameLocks/>
          </p:cNvGraphicFramePr>
          <p:nvPr/>
        </p:nvGraphicFramePr>
        <p:xfrm>
          <a:off x="4643438" y="3213100"/>
          <a:ext cx="2271712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5" r:id="rId9" imgW="1066337" imgH="190417" progId="Equation.DSMT4">
                  <p:embed/>
                </p:oleObj>
              </mc:Choice>
              <mc:Fallback>
                <p:oleObj r:id="rId9" imgW="1066337" imgH="190417" progId="Equation.DSMT4">
                  <p:embed/>
                  <p:pic>
                    <p:nvPicPr>
                      <p:cNvPr id="0" name="Object 17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3213100"/>
                        <a:ext cx="2271712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22">
            <a:extLst>
              <a:ext uri="{FF2B5EF4-FFF2-40B4-BE49-F238E27FC236}">
                <a16:creationId xmlns:a16="http://schemas.microsoft.com/office/drawing/2014/main" id="{73946DC3-1F04-46B2-AEAB-44C30EBC54D5}"/>
              </a:ext>
            </a:extLst>
          </p:cNvPr>
          <p:cNvGrpSpPr>
            <a:grpSpLocks/>
          </p:cNvGrpSpPr>
          <p:nvPr/>
        </p:nvGrpSpPr>
        <p:grpSpPr bwMode="auto">
          <a:xfrm>
            <a:off x="1512888" y="5989638"/>
            <a:ext cx="3851275" cy="463550"/>
            <a:chOff x="1341982" y="4062463"/>
            <a:chExt cx="3851543" cy="464849"/>
          </a:xfrm>
        </p:grpSpPr>
        <p:graphicFrame>
          <p:nvGraphicFramePr>
            <p:cNvPr id="11270" name="Object 19">
              <a:extLst>
                <a:ext uri="{FF2B5EF4-FFF2-40B4-BE49-F238E27FC236}">
                  <a16:creationId xmlns:a16="http://schemas.microsoft.com/office/drawing/2014/main" id="{A49A3893-A638-4F55-8553-B61A05407D4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41982" y="4062463"/>
            <a:ext cx="1536807" cy="4584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86" r:id="rId11" imgW="812447" imgH="241195" progId="Equation.DSMT4">
                    <p:embed/>
                  </p:oleObj>
                </mc:Choice>
                <mc:Fallback>
                  <p:oleObj r:id="rId11" imgW="812447" imgH="241195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1982" y="4062463"/>
                          <a:ext cx="1536807" cy="4584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71" name="矩形 32">
              <a:extLst>
                <a:ext uri="{FF2B5EF4-FFF2-40B4-BE49-F238E27FC236}">
                  <a16:creationId xmlns:a16="http://schemas.microsoft.com/office/drawing/2014/main" id="{17C20AED-45A0-4947-AE75-79A4BD4454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423" y="4065647"/>
              <a:ext cx="233910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zh-CN">
                  <a:latin typeface="Calibri" panose="020F0502020204030204" pitchFamily="34" charset="0"/>
                </a:rPr>
                <a:t>称为角向波函数</a:t>
              </a:r>
              <a:endParaRPr lang="zh-CN" altLang="en-US"/>
            </a:p>
          </p:txBody>
        </p:sp>
      </p:grpSp>
      <p:graphicFrame>
        <p:nvGraphicFramePr>
          <p:cNvPr id="11272" name="Object 6">
            <a:extLst>
              <a:ext uri="{FF2B5EF4-FFF2-40B4-BE49-F238E27FC236}">
                <a16:creationId xmlns:a16="http://schemas.microsoft.com/office/drawing/2014/main" id="{8793A0A7-D974-49C2-BE1C-18EE6153B6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13338" y="101600"/>
          <a:ext cx="4030662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7" r:id="rId13" imgW="2744640" imgH="329760" progId="Equation.DSMT4">
                  <p:embed/>
                </p:oleObj>
              </mc:Choice>
              <mc:Fallback>
                <p:oleObj r:id="rId13" imgW="2744640" imgH="32976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3338" y="101600"/>
                        <a:ext cx="4030662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3" name="Text Box 21">
            <a:extLst>
              <a:ext uri="{FF2B5EF4-FFF2-40B4-BE49-F238E27FC236}">
                <a16:creationId xmlns:a16="http://schemas.microsoft.com/office/drawing/2014/main" id="{EF78BBA7-92E5-4417-84A1-D92E86EADF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882650"/>
            <a:ext cx="66595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2060"/>
                </a:solidFill>
                <a:sym typeface="Symbol" panose="05050102010706020507" pitchFamily="18" charset="2"/>
              </a:rPr>
              <a:t>角动量</a:t>
            </a:r>
          </a:p>
        </p:txBody>
      </p:sp>
      <p:graphicFrame>
        <p:nvGraphicFramePr>
          <p:cNvPr id="11274" name="Object 11">
            <a:extLst>
              <a:ext uri="{FF2B5EF4-FFF2-40B4-BE49-F238E27FC236}">
                <a16:creationId xmlns:a16="http://schemas.microsoft.com/office/drawing/2014/main" id="{568F686A-2729-4D3C-A556-1CDC615BFD14}"/>
              </a:ext>
            </a:extLst>
          </p:cNvPr>
          <p:cNvGraphicFramePr>
            <a:graphicFrameLocks/>
          </p:cNvGraphicFramePr>
          <p:nvPr/>
        </p:nvGraphicFramePr>
        <p:xfrm>
          <a:off x="1403350" y="765175"/>
          <a:ext cx="145097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8" r:id="rId15" imgW="596900" imgH="279400" progId="Equation.DSMT4">
                  <p:embed/>
                </p:oleObj>
              </mc:Choice>
              <mc:Fallback>
                <p:oleObj r:id="rId15" imgW="596900" imgH="279400" progId="Equation.DSMT4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765175"/>
                        <a:ext cx="1450975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5" name="Object 9">
            <a:extLst>
              <a:ext uri="{FF2B5EF4-FFF2-40B4-BE49-F238E27FC236}">
                <a16:creationId xmlns:a16="http://schemas.microsoft.com/office/drawing/2014/main" id="{ABA6BA7D-1BB3-48FC-9DAF-961094F15E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4438" y="1341438"/>
          <a:ext cx="5749925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9" r:id="rId17" imgW="2488120" imgH="482391" progId="Equation.DSMT4">
                  <p:embed/>
                </p:oleObj>
              </mc:Choice>
              <mc:Fallback>
                <p:oleObj r:id="rId17" imgW="2488120" imgH="482391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1341438"/>
                        <a:ext cx="5749925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6" name="Text Box 33">
            <a:extLst>
              <a:ext uri="{FF2B5EF4-FFF2-40B4-BE49-F238E27FC236}">
                <a16:creationId xmlns:a16="http://schemas.microsoft.com/office/drawing/2014/main" id="{3925189B-9B30-4C6D-9B90-8C76495DF0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441575"/>
            <a:ext cx="928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(2)</a:t>
            </a:r>
          </a:p>
        </p:txBody>
      </p:sp>
      <p:sp>
        <p:nvSpPr>
          <p:cNvPr id="11277" name="右箭头 21">
            <a:extLst>
              <a:ext uri="{FF2B5EF4-FFF2-40B4-BE49-F238E27FC236}">
                <a16:creationId xmlns:a16="http://schemas.microsoft.com/office/drawing/2014/main" id="{9FA35D69-F741-4D6E-A972-B66482350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2611438"/>
            <a:ext cx="647700" cy="144462"/>
          </a:xfrm>
          <a:prstGeom prst="rightArrow">
            <a:avLst>
              <a:gd name="adj1" fmla="val 50000"/>
              <a:gd name="adj2" fmla="val 49692"/>
            </a:avLst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zh-CN" altLang="en-US"/>
          </a:p>
        </p:txBody>
      </p:sp>
      <p:graphicFrame>
        <p:nvGraphicFramePr>
          <p:cNvPr id="11278" name="Object 13">
            <a:extLst>
              <a:ext uri="{FF2B5EF4-FFF2-40B4-BE49-F238E27FC236}">
                <a16:creationId xmlns:a16="http://schemas.microsoft.com/office/drawing/2014/main" id="{F898453D-7672-45CC-808C-06701C9AD531}"/>
              </a:ext>
            </a:extLst>
          </p:cNvPr>
          <p:cNvGraphicFramePr>
            <a:graphicFrameLocks/>
          </p:cNvGraphicFramePr>
          <p:nvPr/>
        </p:nvGraphicFramePr>
        <p:xfrm>
          <a:off x="2051050" y="1484313"/>
          <a:ext cx="431800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0" r:id="rId19" imgW="177492" imgH="240882" progId="Equation.DSMT4">
                  <p:embed/>
                </p:oleObj>
              </mc:Choice>
              <mc:Fallback>
                <p:oleObj r:id="rId19" imgW="177492" imgH="240882" progId="Equation.DSMT4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1484313"/>
                        <a:ext cx="431800" cy="592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9" name="Object 15">
            <a:extLst>
              <a:ext uri="{FF2B5EF4-FFF2-40B4-BE49-F238E27FC236}">
                <a16:creationId xmlns:a16="http://schemas.microsoft.com/office/drawing/2014/main" id="{660B62D0-6943-4C19-B8C0-F83FF76B4839}"/>
              </a:ext>
            </a:extLst>
          </p:cNvPr>
          <p:cNvGraphicFramePr>
            <a:graphicFrameLocks/>
          </p:cNvGraphicFramePr>
          <p:nvPr/>
        </p:nvGraphicFramePr>
        <p:xfrm>
          <a:off x="2051050" y="2276475"/>
          <a:ext cx="6200775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1" r:id="rId21" imgW="2550486" imgH="304536" progId="Equation.DSMT4">
                  <p:embed/>
                </p:oleObj>
              </mc:Choice>
              <mc:Fallback>
                <p:oleObj r:id="rId21" imgW="2550486" imgH="304536" progId="Equation.DSMT4">
                  <p:embed/>
                  <p:pic>
                    <p:nvPicPr>
                      <p:cNvPr id="0" name="Object 15"/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2276475"/>
                        <a:ext cx="6200775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5">
            <a:extLst>
              <a:ext uri="{FF2B5EF4-FFF2-40B4-BE49-F238E27FC236}">
                <a16:creationId xmlns:a16="http://schemas.microsoft.com/office/drawing/2014/main" id="{122EB165-CA17-44A4-912F-AD97468EBD66}"/>
              </a:ext>
            </a:extLst>
          </p:cNvPr>
          <p:cNvGraphicFramePr>
            <a:graphicFrameLocks/>
          </p:cNvGraphicFramePr>
          <p:nvPr/>
        </p:nvGraphicFramePr>
        <p:xfrm>
          <a:off x="755650" y="3933825"/>
          <a:ext cx="1914525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2" r:id="rId23" imgW="787400" imgH="419100" progId="Equation.DSMT4">
                  <p:embed/>
                </p:oleObj>
              </mc:Choice>
              <mc:Fallback>
                <p:oleObj r:id="rId23" imgW="787400" imgH="419100" progId="Equation.DSMT4">
                  <p:embed/>
                  <p:pic>
                    <p:nvPicPr>
                      <p:cNvPr id="0" name="Object 15"/>
                      <p:cNvPicPr>
                        <a:picLocks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3933825"/>
                        <a:ext cx="1914525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6">
            <a:extLst>
              <a:ext uri="{FF2B5EF4-FFF2-40B4-BE49-F238E27FC236}">
                <a16:creationId xmlns:a16="http://schemas.microsoft.com/office/drawing/2014/main" id="{32E0AB85-F9B3-4085-B8BF-DB9B2BEBA932}"/>
              </a:ext>
            </a:extLst>
          </p:cNvPr>
          <p:cNvGraphicFramePr>
            <a:graphicFrameLocks/>
          </p:cNvGraphicFramePr>
          <p:nvPr/>
        </p:nvGraphicFramePr>
        <p:xfrm>
          <a:off x="3725863" y="3933825"/>
          <a:ext cx="42926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3" r:id="rId25" imgW="1765300" imgH="419100" progId="Equation.DSMT4">
                  <p:embed/>
                </p:oleObj>
              </mc:Choice>
              <mc:Fallback>
                <p:oleObj r:id="rId25" imgW="1765300" imgH="419100" progId="Equation.DSMT4">
                  <p:embed/>
                  <p:pic>
                    <p:nvPicPr>
                      <p:cNvPr id="0" name="Object 16"/>
                      <p:cNvPicPr>
                        <a:picLocks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5863" y="3933825"/>
                        <a:ext cx="42926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956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956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Box 5">
            <a:extLst>
              <a:ext uri="{FF2B5EF4-FFF2-40B4-BE49-F238E27FC236}">
                <a16:creationId xmlns:a16="http://schemas.microsoft.com/office/drawing/2014/main" id="{60C02A5C-8203-4475-8316-4D03C0F469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349500"/>
            <a:ext cx="1885950" cy="461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zh-CN" altLang="en-US" i="1" u="sng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解方程（</a:t>
            </a:r>
            <a:r>
              <a:rPr kumimoji="1" lang="en-US" altLang="zh-CN" i="1" u="sng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1</a:t>
            </a:r>
            <a:r>
              <a:rPr kumimoji="1" lang="zh-CN" altLang="en-US" i="1" u="sng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）</a:t>
            </a:r>
          </a:p>
        </p:txBody>
      </p:sp>
      <p:graphicFrame>
        <p:nvGraphicFramePr>
          <p:cNvPr id="1095695" name="Object 15">
            <a:extLst>
              <a:ext uri="{FF2B5EF4-FFF2-40B4-BE49-F238E27FC236}">
                <a16:creationId xmlns:a16="http://schemas.microsoft.com/office/drawing/2014/main" id="{65C61716-C0E0-4976-8AA9-EBB9D4BD1F28}"/>
              </a:ext>
            </a:extLst>
          </p:cNvPr>
          <p:cNvGraphicFramePr>
            <a:graphicFrameLocks/>
          </p:cNvGraphicFramePr>
          <p:nvPr/>
        </p:nvGraphicFramePr>
        <p:xfrm>
          <a:off x="4572000" y="3357563"/>
          <a:ext cx="1658938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8" r:id="rId3" imgW="672516" imgH="203024" progId="Equation.DSMT4">
                  <p:embed/>
                </p:oleObj>
              </mc:Choice>
              <mc:Fallback>
                <p:oleObj r:id="rId3" imgW="672516" imgH="203024" progId="Equation.DSMT4">
                  <p:embed/>
                  <p:pic>
                    <p:nvPicPr>
                      <p:cNvPr id="0" name="Object 15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357563"/>
                        <a:ext cx="1658938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696" name="Object 16">
            <a:extLst>
              <a:ext uri="{FF2B5EF4-FFF2-40B4-BE49-F238E27FC236}">
                <a16:creationId xmlns:a16="http://schemas.microsoft.com/office/drawing/2014/main" id="{91616E8E-8A54-4D4B-996A-1546B02F3355}"/>
              </a:ext>
            </a:extLst>
          </p:cNvPr>
          <p:cNvGraphicFramePr>
            <a:graphicFrameLocks/>
          </p:cNvGraphicFramePr>
          <p:nvPr/>
        </p:nvGraphicFramePr>
        <p:xfrm>
          <a:off x="1141413" y="3006725"/>
          <a:ext cx="2789237" cy="1071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9" r:id="rId5" imgW="1397000" imgH="457200" progId="Equation.DSMT4">
                  <p:embed/>
                </p:oleObj>
              </mc:Choice>
              <mc:Fallback>
                <p:oleObj r:id="rId5" imgW="1397000" imgH="457200" progId="Equation.DSMT4">
                  <p:embed/>
                  <p:pic>
                    <p:nvPicPr>
                      <p:cNvPr id="0" name="Object 1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1413" y="3006725"/>
                        <a:ext cx="2789237" cy="1071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21">
            <a:extLst>
              <a:ext uri="{FF2B5EF4-FFF2-40B4-BE49-F238E27FC236}">
                <a16:creationId xmlns:a16="http://schemas.microsoft.com/office/drawing/2014/main" id="{DD06589A-DA22-40AA-B362-EF750C305887}"/>
              </a:ext>
            </a:extLst>
          </p:cNvPr>
          <p:cNvGrpSpPr>
            <a:grpSpLocks/>
          </p:cNvGrpSpPr>
          <p:nvPr/>
        </p:nvGrpSpPr>
        <p:grpSpPr bwMode="auto">
          <a:xfrm>
            <a:off x="1187450" y="4294188"/>
            <a:ext cx="3736975" cy="503237"/>
            <a:chOff x="1280879" y="3322881"/>
            <a:chExt cx="3736939" cy="503237"/>
          </a:xfrm>
        </p:grpSpPr>
        <p:graphicFrame>
          <p:nvGraphicFramePr>
            <p:cNvPr id="12293" name="Object 18">
              <a:extLst>
                <a:ext uri="{FF2B5EF4-FFF2-40B4-BE49-F238E27FC236}">
                  <a16:creationId xmlns:a16="http://schemas.microsoft.com/office/drawing/2014/main" id="{2553DF68-F859-4E5D-80E0-0C959A1240F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80879" y="3322881"/>
            <a:ext cx="1455738" cy="503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00" r:id="rId7" imgW="660113" imgH="228501" progId="Equation.DSMT4">
                    <p:embed/>
                  </p:oleObj>
                </mc:Choice>
                <mc:Fallback>
                  <p:oleObj r:id="rId7" imgW="660113" imgH="228501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80879" y="3322881"/>
                          <a:ext cx="1455738" cy="503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294" name="矩形 29">
              <a:extLst>
                <a:ext uri="{FF2B5EF4-FFF2-40B4-BE49-F238E27FC236}">
                  <a16:creationId xmlns:a16="http://schemas.microsoft.com/office/drawing/2014/main" id="{8F109F6E-FF2E-44EB-BF27-3F0F82AC67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8716" y="3343902"/>
              <a:ext cx="233910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zh-CN">
                  <a:latin typeface="Calibri" panose="020F0502020204030204" pitchFamily="34" charset="0"/>
                </a:rPr>
                <a:t>称为径向波函数</a:t>
              </a:r>
              <a:endParaRPr lang="zh-CN" altLang="en-US"/>
            </a:p>
          </p:txBody>
        </p:sp>
      </p:grpSp>
      <p:graphicFrame>
        <p:nvGraphicFramePr>
          <p:cNvPr id="12295" name="Object 10">
            <a:extLst>
              <a:ext uri="{FF2B5EF4-FFF2-40B4-BE49-F238E27FC236}">
                <a16:creationId xmlns:a16="http://schemas.microsoft.com/office/drawing/2014/main" id="{D1AB6D28-E17F-4696-8A7A-474EBA71A80A}"/>
              </a:ext>
            </a:extLst>
          </p:cNvPr>
          <p:cNvGraphicFramePr>
            <a:graphicFrameLocks/>
          </p:cNvGraphicFramePr>
          <p:nvPr/>
        </p:nvGraphicFramePr>
        <p:xfrm>
          <a:off x="384175" y="885825"/>
          <a:ext cx="6067425" cy="1103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1" r:id="rId9" imgW="3184200" imgH="492840" progId="Equation.DSMT4">
                  <p:embed/>
                </p:oleObj>
              </mc:Choice>
              <mc:Fallback>
                <p:oleObj r:id="rId9" imgW="3184200" imgH="492840" progId="Equation.DSMT4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lum contrast="8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175" y="885825"/>
                        <a:ext cx="6067425" cy="1103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6" name="Text Box 33">
            <a:extLst>
              <a:ext uri="{FF2B5EF4-FFF2-40B4-BE49-F238E27FC236}">
                <a16:creationId xmlns:a16="http://schemas.microsoft.com/office/drawing/2014/main" id="{74D6D1AD-2EA9-47AB-8E4A-5FE3E64968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650" y="1138238"/>
            <a:ext cx="1152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…(1)</a:t>
            </a:r>
          </a:p>
        </p:txBody>
      </p:sp>
      <p:graphicFrame>
        <p:nvGraphicFramePr>
          <p:cNvPr id="12297" name="Object 6">
            <a:extLst>
              <a:ext uri="{FF2B5EF4-FFF2-40B4-BE49-F238E27FC236}">
                <a16:creationId xmlns:a16="http://schemas.microsoft.com/office/drawing/2014/main" id="{40EEFCAE-F068-4719-A2D1-C4DA7DD4F1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13338" y="101600"/>
          <a:ext cx="4030662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2" r:id="rId11" imgW="2744640" imgH="329760" progId="Equation.DSMT4">
                  <p:embed/>
                </p:oleObj>
              </mc:Choice>
              <mc:Fallback>
                <p:oleObj r:id="rId11" imgW="2744640" imgH="32976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3338" y="101600"/>
                        <a:ext cx="4030662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95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1095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85" name="Text Box 5">
            <a:extLst>
              <a:ext uri="{FF2B5EF4-FFF2-40B4-BE49-F238E27FC236}">
                <a16:creationId xmlns:a16="http://schemas.microsoft.com/office/drawing/2014/main" id="{69102CBD-38AF-40BB-9739-2E6CE4111C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914650"/>
            <a:ext cx="1885950" cy="461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zh-CN" altLang="en-US" i="1" u="sng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解方程（</a:t>
            </a:r>
            <a:r>
              <a:rPr kumimoji="1" lang="en-US" altLang="zh-CN" i="1" u="sng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2</a:t>
            </a:r>
            <a:r>
              <a:rPr kumimoji="1" lang="zh-CN" altLang="en-US" i="1" u="sng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）</a:t>
            </a:r>
          </a:p>
        </p:txBody>
      </p:sp>
      <p:graphicFrame>
        <p:nvGraphicFramePr>
          <p:cNvPr id="13314" name="Object 3">
            <a:extLst>
              <a:ext uri="{FF2B5EF4-FFF2-40B4-BE49-F238E27FC236}">
                <a16:creationId xmlns:a16="http://schemas.microsoft.com/office/drawing/2014/main" id="{F498F9FD-171E-4531-A4A0-348D24F6BABA}"/>
              </a:ext>
            </a:extLst>
          </p:cNvPr>
          <p:cNvGraphicFramePr>
            <a:graphicFrameLocks/>
          </p:cNvGraphicFramePr>
          <p:nvPr/>
        </p:nvGraphicFramePr>
        <p:xfrm>
          <a:off x="1635125" y="3419475"/>
          <a:ext cx="1666875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0" r:id="rId3" imgW="685205" imgH="203024" progId="Equation.DSMT4">
                  <p:embed/>
                </p:oleObj>
              </mc:Choice>
              <mc:Fallback>
                <p:oleObj r:id="rId3" imgW="685205" imgH="203024" progId="Equation.DSMT4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5125" y="3419475"/>
                        <a:ext cx="1666875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" name="Object 4">
            <a:extLst>
              <a:ext uri="{FF2B5EF4-FFF2-40B4-BE49-F238E27FC236}">
                <a16:creationId xmlns:a16="http://schemas.microsoft.com/office/drawing/2014/main" id="{72063FBD-42DF-4E8A-A4E6-5238F3356F92}"/>
              </a:ext>
            </a:extLst>
          </p:cNvPr>
          <p:cNvGraphicFramePr>
            <a:graphicFrameLocks/>
          </p:cNvGraphicFramePr>
          <p:nvPr/>
        </p:nvGraphicFramePr>
        <p:xfrm>
          <a:off x="3789363" y="3446463"/>
          <a:ext cx="2271712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1" r:id="rId5" imgW="1066337" imgH="190417" progId="Equation.DSMT4">
                  <p:embed/>
                </p:oleObj>
              </mc:Choice>
              <mc:Fallback>
                <p:oleObj r:id="rId5" imgW="1066337" imgH="190417" progId="Equation.DSMT4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9363" y="3446463"/>
                        <a:ext cx="2271712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6" name="Object 10">
            <a:extLst>
              <a:ext uri="{FF2B5EF4-FFF2-40B4-BE49-F238E27FC236}">
                <a16:creationId xmlns:a16="http://schemas.microsoft.com/office/drawing/2014/main" id="{5E692022-4647-44B7-852C-1CF7224BFFD0}"/>
              </a:ext>
            </a:extLst>
          </p:cNvPr>
          <p:cNvGraphicFramePr>
            <a:graphicFrameLocks/>
          </p:cNvGraphicFramePr>
          <p:nvPr/>
        </p:nvGraphicFramePr>
        <p:xfrm>
          <a:off x="1619250" y="4067175"/>
          <a:ext cx="249555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2" r:id="rId7" imgW="885960" imgH="235080" progId="Equation.DSMT4">
                  <p:embed/>
                </p:oleObj>
              </mc:Choice>
              <mc:Fallback>
                <p:oleObj r:id="rId7" imgW="885960" imgH="235080" progId="Equation.DSMT4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4067175"/>
                        <a:ext cx="2495550" cy="504825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CCFFFF"/>
                          </a:gs>
                          <a:gs pos="50000">
                            <a:schemeClr val="bg1"/>
                          </a:gs>
                          <a:gs pos="100000">
                            <a:srgbClr val="CCFFFF"/>
                          </a:gs>
                        </a:gsLst>
                        <a:lin ang="5400000" scaled="1"/>
                      </a:gradFill>
                      <a:ln w="57150" cmpd="thinThick">
                        <a:solidFill>
                          <a:srgbClr val="33CCC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7" name="Object 12">
            <a:extLst>
              <a:ext uri="{FF2B5EF4-FFF2-40B4-BE49-F238E27FC236}">
                <a16:creationId xmlns:a16="http://schemas.microsoft.com/office/drawing/2014/main" id="{50C5091A-AB88-49FF-B98E-53EA17EAC16C}"/>
              </a:ext>
            </a:extLst>
          </p:cNvPr>
          <p:cNvGraphicFramePr>
            <a:graphicFrameLocks/>
          </p:cNvGraphicFramePr>
          <p:nvPr/>
        </p:nvGraphicFramePr>
        <p:xfrm>
          <a:off x="1619250" y="4787900"/>
          <a:ext cx="1898650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3" r:id="rId9" imgW="571680" imgH="212760" progId="Equation.DSMT4">
                  <p:embed/>
                </p:oleObj>
              </mc:Choice>
              <mc:Fallback>
                <p:oleObj r:id="rId9" imgW="571680" imgH="212760" progId="Equation.DSMT4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4787900"/>
                        <a:ext cx="1898650" cy="573088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CCFFFF"/>
                          </a:gs>
                          <a:gs pos="50000">
                            <a:srgbClr val="FFFFFF"/>
                          </a:gs>
                          <a:gs pos="100000">
                            <a:srgbClr val="CCFFFF"/>
                          </a:gs>
                        </a:gsLst>
                        <a:lin ang="5400000" scaled="1"/>
                      </a:gradFill>
                      <a:ln w="57150" cmpd="thinThick">
                        <a:pattFill prst="pct70">
                          <a:fgClr>
                            <a:srgbClr val="33CCFF"/>
                          </a:fgClr>
                          <a:bgClr>
                            <a:srgbClr val="FFFFFF"/>
                          </a:bgClr>
                        </a:patt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8" name="Object 14">
            <a:extLst>
              <a:ext uri="{FF2B5EF4-FFF2-40B4-BE49-F238E27FC236}">
                <a16:creationId xmlns:a16="http://schemas.microsoft.com/office/drawing/2014/main" id="{B8ECF366-ED2D-4864-B46F-EE36CCEDE507}"/>
              </a:ext>
            </a:extLst>
          </p:cNvPr>
          <p:cNvGraphicFramePr>
            <a:graphicFrameLocks/>
          </p:cNvGraphicFramePr>
          <p:nvPr/>
        </p:nvGraphicFramePr>
        <p:xfrm>
          <a:off x="3995738" y="4859338"/>
          <a:ext cx="4032250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4" r:id="rId11" imgW="1468800" imgH="212760" progId="Equation.3">
                  <p:embed/>
                </p:oleObj>
              </mc:Choice>
              <mc:Fallback>
                <p:oleObj r:id="rId11" imgW="1468800" imgH="212760" progId="Equation.3">
                  <p:embed/>
                  <p:pic>
                    <p:nvPicPr>
                      <p:cNvPr id="0" name="Object 14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4859338"/>
                        <a:ext cx="4032250" cy="541337"/>
                      </a:xfrm>
                      <a:prstGeom prst="rect">
                        <a:avLst/>
                      </a:prstGeom>
                      <a:noFill/>
                      <a:ln w="57150" cmpd="thinThick">
                        <a:solidFill>
                          <a:srgbClr val="008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5">
            <a:extLst>
              <a:ext uri="{FF2B5EF4-FFF2-40B4-BE49-F238E27FC236}">
                <a16:creationId xmlns:a16="http://schemas.microsoft.com/office/drawing/2014/main" id="{4DDA7411-56D1-454B-AF63-F78EAAFB42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60350"/>
            <a:ext cx="1885950" cy="461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zh-CN" altLang="en-US" i="1" u="sng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解方程（</a:t>
            </a:r>
            <a:r>
              <a:rPr kumimoji="1" lang="en-US" altLang="zh-CN" i="1" u="sng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1</a:t>
            </a:r>
            <a:r>
              <a:rPr kumimoji="1" lang="zh-CN" altLang="en-US" i="1" u="sng" dirty="0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）</a:t>
            </a:r>
          </a:p>
        </p:txBody>
      </p:sp>
      <p:graphicFrame>
        <p:nvGraphicFramePr>
          <p:cNvPr id="13320" name="Object 15">
            <a:extLst>
              <a:ext uri="{FF2B5EF4-FFF2-40B4-BE49-F238E27FC236}">
                <a16:creationId xmlns:a16="http://schemas.microsoft.com/office/drawing/2014/main" id="{5566153E-5C9A-42E8-B0B1-FD142A00DA43}"/>
              </a:ext>
            </a:extLst>
          </p:cNvPr>
          <p:cNvGraphicFramePr>
            <a:graphicFrameLocks/>
          </p:cNvGraphicFramePr>
          <p:nvPr/>
        </p:nvGraphicFramePr>
        <p:xfrm>
          <a:off x="4572000" y="1268413"/>
          <a:ext cx="1658938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5" r:id="rId13" imgW="672516" imgH="203024" progId="Equation.DSMT4">
                  <p:embed/>
                </p:oleObj>
              </mc:Choice>
              <mc:Fallback>
                <p:oleObj r:id="rId13" imgW="672516" imgH="203024" progId="Equation.DSMT4">
                  <p:embed/>
                  <p:pic>
                    <p:nvPicPr>
                      <p:cNvPr id="0" name="Object 15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268413"/>
                        <a:ext cx="1658938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1" name="Object 16">
            <a:extLst>
              <a:ext uri="{FF2B5EF4-FFF2-40B4-BE49-F238E27FC236}">
                <a16:creationId xmlns:a16="http://schemas.microsoft.com/office/drawing/2014/main" id="{8B46A916-A14F-4B31-89B1-F7B30426866D}"/>
              </a:ext>
            </a:extLst>
          </p:cNvPr>
          <p:cNvGraphicFramePr>
            <a:graphicFrameLocks/>
          </p:cNvGraphicFramePr>
          <p:nvPr/>
        </p:nvGraphicFramePr>
        <p:xfrm>
          <a:off x="1141413" y="917575"/>
          <a:ext cx="2789237" cy="1071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6" r:id="rId15" imgW="1397000" imgH="457200" progId="Equation.DSMT4">
                  <p:embed/>
                </p:oleObj>
              </mc:Choice>
              <mc:Fallback>
                <p:oleObj r:id="rId15" imgW="1397000" imgH="457200" progId="Equation.DSMT4">
                  <p:embed/>
                  <p:pic>
                    <p:nvPicPr>
                      <p:cNvPr id="0" name="Object 16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1413" y="917575"/>
                        <a:ext cx="2789237" cy="1071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2" name="Object 17">
            <a:extLst>
              <a:ext uri="{FF2B5EF4-FFF2-40B4-BE49-F238E27FC236}">
                <a16:creationId xmlns:a16="http://schemas.microsoft.com/office/drawing/2014/main" id="{EC676BFD-CA40-4601-97A9-A917F2DBA606}"/>
              </a:ext>
            </a:extLst>
          </p:cNvPr>
          <p:cNvGraphicFramePr>
            <a:graphicFrameLocks/>
          </p:cNvGraphicFramePr>
          <p:nvPr/>
        </p:nvGraphicFramePr>
        <p:xfrm>
          <a:off x="4787900" y="4176713"/>
          <a:ext cx="2271713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7" r:id="rId17" imgW="1066337" imgH="190417" progId="Equation.DSMT4">
                  <p:embed/>
                </p:oleObj>
              </mc:Choice>
              <mc:Fallback>
                <p:oleObj r:id="rId17" imgW="1066337" imgH="190417" progId="Equation.DSMT4">
                  <p:embed/>
                  <p:pic>
                    <p:nvPicPr>
                      <p:cNvPr id="0" name="Object 1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4176713"/>
                        <a:ext cx="2271713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21">
            <a:extLst>
              <a:ext uri="{FF2B5EF4-FFF2-40B4-BE49-F238E27FC236}">
                <a16:creationId xmlns:a16="http://schemas.microsoft.com/office/drawing/2014/main" id="{D6A0171C-BAA9-4080-8183-A8EA8A7CA921}"/>
              </a:ext>
            </a:extLst>
          </p:cNvPr>
          <p:cNvGrpSpPr>
            <a:grpSpLocks/>
          </p:cNvGrpSpPr>
          <p:nvPr/>
        </p:nvGrpSpPr>
        <p:grpSpPr bwMode="auto">
          <a:xfrm>
            <a:off x="1187450" y="2205038"/>
            <a:ext cx="3736975" cy="503237"/>
            <a:chOff x="1280879" y="3322881"/>
            <a:chExt cx="3736939" cy="503237"/>
          </a:xfrm>
        </p:grpSpPr>
        <p:graphicFrame>
          <p:nvGraphicFramePr>
            <p:cNvPr id="13324" name="Object 18">
              <a:extLst>
                <a:ext uri="{FF2B5EF4-FFF2-40B4-BE49-F238E27FC236}">
                  <a16:creationId xmlns:a16="http://schemas.microsoft.com/office/drawing/2014/main" id="{5FD826AB-2A57-4336-A23C-1A1FABF4DF1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80879" y="3322881"/>
            <a:ext cx="1455738" cy="503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38" r:id="rId18" imgW="660113" imgH="228501" progId="Equation.DSMT4">
                    <p:embed/>
                  </p:oleObj>
                </mc:Choice>
                <mc:Fallback>
                  <p:oleObj r:id="rId18" imgW="660113" imgH="228501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80879" y="3322881"/>
                          <a:ext cx="1455738" cy="503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5" name="矩形 29">
              <a:extLst>
                <a:ext uri="{FF2B5EF4-FFF2-40B4-BE49-F238E27FC236}">
                  <a16:creationId xmlns:a16="http://schemas.microsoft.com/office/drawing/2014/main" id="{A2105680-9757-4138-9B2E-F4BAACDB62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8716" y="3343902"/>
              <a:ext cx="233910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zh-CN">
                  <a:latin typeface="Calibri" panose="020F0502020204030204" pitchFamily="34" charset="0"/>
                </a:rPr>
                <a:t>称为径向波函数</a:t>
              </a:r>
              <a:endParaRPr lang="zh-CN" altLang="en-US"/>
            </a:p>
          </p:txBody>
        </p:sp>
      </p:grpSp>
      <p:grpSp>
        <p:nvGrpSpPr>
          <p:cNvPr id="3" name="组合 22">
            <a:extLst>
              <a:ext uri="{FF2B5EF4-FFF2-40B4-BE49-F238E27FC236}">
                <a16:creationId xmlns:a16="http://schemas.microsoft.com/office/drawing/2014/main" id="{3A5177E4-73EC-4A01-96D0-DCB0B667CDFD}"/>
              </a:ext>
            </a:extLst>
          </p:cNvPr>
          <p:cNvGrpSpPr>
            <a:grpSpLocks/>
          </p:cNvGrpSpPr>
          <p:nvPr/>
        </p:nvGrpSpPr>
        <p:grpSpPr bwMode="auto">
          <a:xfrm>
            <a:off x="1441450" y="5827713"/>
            <a:ext cx="3786188" cy="481012"/>
            <a:chOff x="1341976" y="4061599"/>
            <a:chExt cx="3787092" cy="481623"/>
          </a:xfrm>
        </p:grpSpPr>
        <p:graphicFrame>
          <p:nvGraphicFramePr>
            <p:cNvPr id="13327" name="Object 19">
              <a:extLst>
                <a:ext uri="{FF2B5EF4-FFF2-40B4-BE49-F238E27FC236}">
                  <a16:creationId xmlns:a16="http://schemas.microsoft.com/office/drawing/2014/main" id="{BAF80D61-7BFB-4A76-A956-494A38C3697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41976" y="4061599"/>
            <a:ext cx="1537067" cy="4593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39" r:id="rId20" imgW="812447" imgH="241195" progId="Equation.DSMT4">
                    <p:embed/>
                  </p:oleObj>
                </mc:Choice>
                <mc:Fallback>
                  <p:oleObj r:id="rId20" imgW="812447" imgH="241195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1976" y="4061599"/>
                          <a:ext cx="1537067" cy="4593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8" name="矩形 32">
              <a:extLst>
                <a:ext uri="{FF2B5EF4-FFF2-40B4-BE49-F238E27FC236}">
                  <a16:creationId xmlns:a16="http://schemas.microsoft.com/office/drawing/2014/main" id="{51290114-7424-47C2-AFC1-76A7688023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9966" y="4081557"/>
              <a:ext cx="233910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zh-CN">
                  <a:latin typeface="Calibri" panose="020F0502020204030204" pitchFamily="34" charset="0"/>
                </a:rPr>
                <a:t>称为角向波函数</a:t>
              </a:r>
              <a:endParaRPr lang="zh-CN" altLang="en-US"/>
            </a:p>
          </p:txBody>
        </p:sp>
      </p:grpSp>
      <p:graphicFrame>
        <p:nvGraphicFramePr>
          <p:cNvPr id="13329" name="Object 6">
            <a:extLst>
              <a:ext uri="{FF2B5EF4-FFF2-40B4-BE49-F238E27FC236}">
                <a16:creationId xmlns:a16="http://schemas.microsoft.com/office/drawing/2014/main" id="{80EE5507-6BFC-4931-A0FC-CA56872281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13338" y="101600"/>
          <a:ext cx="4030662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0" r:id="rId22" imgW="2744640" imgH="329760" progId="Equation.DSMT4">
                  <p:embed/>
                </p:oleObj>
              </mc:Choice>
              <mc:Fallback>
                <p:oleObj r:id="rId22" imgW="2744640" imgH="32976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3338" y="101600"/>
                        <a:ext cx="4030662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37" name="直接连接符 10">
            <a:extLst>
              <a:ext uri="{FF2B5EF4-FFF2-40B4-BE49-F238E27FC236}">
                <a16:creationId xmlns:a16="http://schemas.microsoft.com/office/drawing/2014/main" id="{33F45FE4-C1B4-4E3A-9787-9DF388E80A1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8313" y="1052513"/>
            <a:ext cx="8405812" cy="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66256693-A67A-4189-85AB-5211A82F0585}"/>
              </a:ext>
            </a:extLst>
          </p:cNvPr>
          <p:cNvSpPr txBox="1"/>
          <p:nvPr/>
        </p:nvSpPr>
        <p:spPr>
          <a:xfrm>
            <a:off x="438150" y="333375"/>
            <a:ext cx="4062413" cy="522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1"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华文行楷" panose="02010800040101010101" pitchFamily="2" charset="-122"/>
              </a:rPr>
              <a:t>二、氢原子的能级</a:t>
            </a:r>
          </a:p>
        </p:txBody>
      </p:sp>
      <p:grpSp>
        <p:nvGrpSpPr>
          <p:cNvPr id="14339" name="Group 19">
            <a:extLst>
              <a:ext uri="{FF2B5EF4-FFF2-40B4-BE49-F238E27FC236}">
                <a16:creationId xmlns:a16="http://schemas.microsoft.com/office/drawing/2014/main" id="{98481171-2551-4F25-8ADE-DB237C940E41}"/>
              </a:ext>
            </a:extLst>
          </p:cNvPr>
          <p:cNvGrpSpPr>
            <a:grpSpLocks/>
          </p:cNvGrpSpPr>
          <p:nvPr/>
        </p:nvGrpSpPr>
        <p:grpSpPr bwMode="auto">
          <a:xfrm>
            <a:off x="277813" y="1341438"/>
            <a:ext cx="8621712" cy="1844675"/>
            <a:chOff x="308" y="391"/>
            <a:chExt cx="5431" cy="1162"/>
          </a:xfrm>
        </p:grpSpPr>
        <p:sp>
          <p:nvSpPr>
            <p:cNvPr id="23" name="Rectangle 9">
              <a:extLst>
                <a:ext uri="{FF2B5EF4-FFF2-40B4-BE49-F238E27FC236}">
                  <a16:creationId xmlns:a16="http://schemas.microsoft.com/office/drawing/2014/main" id="{D8CB3571-A704-464E-9ECC-E017CA44AB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" y="391"/>
              <a:ext cx="5431" cy="63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  <a:spcBef>
                  <a:spcPct val="20000"/>
                </a:spcBef>
                <a:defRPr/>
              </a:pPr>
              <a:r>
                <a:rPr kumimoji="1" lang="en-US" altLang="zh-CN" dirty="0">
                  <a:solidFill>
                    <a:srgbClr val="002060"/>
                  </a:solidFill>
                </a:rPr>
                <a:t>        </a:t>
              </a:r>
              <a:r>
                <a:rPr kumimoji="1" lang="zh-CN" altLang="en-US" dirty="0">
                  <a:solidFill>
                    <a:srgbClr val="002060"/>
                  </a:solidFill>
                </a:rPr>
                <a:t>根据处于束缚态粒子波函数必须满足的</a:t>
              </a:r>
              <a:r>
                <a:rPr kumimoji="1" lang="zh-CN" altLang="en-US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标准化条件</a:t>
              </a:r>
              <a:r>
                <a:rPr kumimoji="1" lang="zh-CN" altLang="en-US" dirty="0">
                  <a:solidFill>
                    <a:srgbClr val="002060"/>
                  </a:solidFill>
                </a:rPr>
                <a:t>，求解过程自然得出了氢原子中电子</a:t>
              </a:r>
              <a:r>
                <a:rPr kumimoji="1" lang="zh-CN" altLang="en-US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三个量子数</a:t>
              </a:r>
              <a:r>
                <a:rPr kumimoji="1" lang="zh-CN" altLang="en-US" dirty="0">
                  <a:solidFill>
                    <a:srgbClr val="002060"/>
                  </a:solidFill>
                </a:rPr>
                <a:t>和</a:t>
              </a:r>
              <a:r>
                <a:rPr kumimoji="1" lang="zh-CN" altLang="en-US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三个量子化条件：</a:t>
              </a:r>
              <a:endParaRPr kumimoji="1" lang="zh-CN" altLang="en-US" dirty="0">
                <a:solidFill>
                  <a:srgbClr val="002060"/>
                </a:solidFill>
              </a:endParaRPr>
            </a:p>
          </p:txBody>
        </p:sp>
        <p:graphicFrame>
          <p:nvGraphicFramePr>
            <p:cNvPr id="14341" name="Object 2">
              <a:extLst>
                <a:ext uri="{FF2B5EF4-FFF2-40B4-BE49-F238E27FC236}">
                  <a16:creationId xmlns:a16="http://schemas.microsoft.com/office/drawing/2014/main" id="{E30213E8-059E-4AE5-B177-68A2F14C038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97" y="1162"/>
            <a:ext cx="726" cy="3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45" r:id="rId3" imgW="711720" imgH="355320" progId="Equation.DSMT4">
                    <p:embed/>
                  </p:oleObj>
                </mc:Choice>
                <mc:Fallback>
                  <p:oleObj r:id="rId3" imgW="711720" imgH="355320" progId="Equation.DSMT4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7" y="1162"/>
                          <a:ext cx="726" cy="3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" name="Text Box 5">
            <a:extLst>
              <a:ext uri="{FF2B5EF4-FFF2-40B4-BE49-F238E27FC236}">
                <a16:creationId xmlns:a16="http://schemas.microsoft.com/office/drawing/2014/main" id="{86B0F132-3739-436A-9EA0-A0D6D7BBF0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800" y="3560763"/>
            <a:ext cx="4495800" cy="46196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1"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、能量量子化和主量子数 </a:t>
            </a:r>
            <a:r>
              <a:rPr kumimoji="1" lang="en-US" altLang="zh-CN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graphicFrame>
        <p:nvGraphicFramePr>
          <p:cNvPr id="27" name="Object 3">
            <a:extLst>
              <a:ext uri="{FF2B5EF4-FFF2-40B4-BE49-F238E27FC236}">
                <a16:creationId xmlns:a16="http://schemas.microsoft.com/office/drawing/2014/main" id="{827C99D3-F558-48F7-8D91-D31CF3EC8B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1413" y="4221163"/>
          <a:ext cx="3508375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6" r:id="rId5" imgW="2325240" imgH="735840" progId="Equation.DSMT4">
                  <p:embed/>
                </p:oleObj>
              </mc:Choice>
              <mc:Fallback>
                <p:oleObj r:id="rId5" imgW="2325240" imgH="7358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4221163"/>
                        <a:ext cx="3508375" cy="116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4">
            <a:extLst>
              <a:ext uri="{FF2B5EF4-FFF2-40B4-BE49-F238E27FC236}">
                <a16:creationId xmlns:a16="http://schemas.microsoft.com/office/drawing/2014/main" id="{D90E2505-99CD-4958-B866-200ED36FB4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35350" y="5670550"/>
          <a:ext cx="154305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7" r:id="rId7" imgW="787320" imgH="203040" progId="Equation.DSMT4">
                  <p:embed/>
                </p:oleObj>
              </mc:Choice>
              <mc:Fallback>
                <p:oleObj r:id="rId7" imgW="787320" imgH="2030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5350" y="5670550"/>
                        <a:ext cx="1543050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13">
            <a:extLst>
              <a:ext uri="{FF2B5EF4-FFF2-40B4-BE49-F238E27FC236}">
                <a16:creationId xmlns:a16="http://schemas.microsoft.com/office/drawing/2014/main" id="{4D624286-E745-4A22-92FD-255CB54EB9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260350"/>
            <a:ext cx="8059737" cy="46196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zh-CN" dirty="0">
                <a:solidFill>
                  <a:srgbClr val="002060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2060"/>
                </a:solidFill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002060"/>
                </a:solidFill>
                <a:ea typeface="楷体_GB2312" pitchFamily="49" charset="-122"/>
                <a:cs typeface="Times New Roman" panose="02020603050405020304" pitchFamily="18" charset="0"/>
              </a:rPr>
              <a:t> = 1  </a:t>
            </a:r>
            <a:r>
              <a:rPr lang="zh-CN" altLang="en-US" dirty="0">
                <a:solidFill>
                  <a:srgbClr val="002060"/>
                </a:solidFill>
                <a:ea typeface="楷体_GB2312" pitchFamily="49" charset="-122"/>
                <a:cs typeface="Times New Roman" panose="02020603050405020304" pitchFamily="18" charset="0"/>
              </a:rPr>
              <a:t>的状态叫氢原子的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基态</a:t>
            </a:r>
            <a:r>
              <a:rPr lang="zh-CN" altLang="en-US" dirty="0">
                <a:solidFill>
                  <a:srgbClr val="002060"/>
                </a:solidFill>
                <a:ea typeface="楷体_GB2312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基态</a:t>
            </a:r>
            <a:r>
              <a:rPr lang="zh-CN" altLang="en-US" dirty="0">
                <a:solidFill>
                  <a:srgbClr val="002060"/>
                </a:solidFill>
                <a:ea typeface="楷体_GB2312" pitchFamily="49" charset="-122"/>
                <a:cs typeface="Times New Roman" panose="02020603050405020304" pitchFamily="18" charset="0"/>
              </a:rPr>
              <a:t>能量为</a:t>
            </a:r>
            <a:r>
              <a:rPr lang="en-US" altLang="zh-CN" dirty="0">
                <a:solidFill>
                  <a:srgbClr val="002060"/>
                </a:solidFill>
                <a:ea typeface="楷体_GB2312" pitchFamily="49" charset="-122"/>
                <a:cs typeface="Times New Roman" panose="02020603050405020304" pitchFamily="18" charset="0"/>
              </a:rPr>
              <a:t>——</a:t>
            </a:r>
          </a:p>
        </p:txBody>
      </p:sp>
      <p:graphicFrame>
        <p:nvGraphicFramePr>
          <p:cNvPr id="18" name="Object 2">
            <a:extLst>
              <a:ext uri="{FF2B5EF4-FFF2-40B4-BE49-F238E27FC236}">
                <a16:creationId xmlns:a16="http://schemas.microsoft.com/office/drawing/2014/main" id="{BCC03084-4CC9-49CE-A90B-5DE2B47EFA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06638" y="722313"/>
          <a:ext cx="4248150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9" r:id="rId3" imgW="3062520" imgH="735840" progId="Equation.DSMT4">
                  <p:embed/>
                </p:oleObj>
              </mc:Choice>
              <mc:Fallback>
                <p:oleObj r:id="rId3" imgW="3062520" imgH="7358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6638" y="722313"/>
                        <a:ext cx="4248150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4">
            <a:extLst>
              <a:ext uri="{FF2B5EF4-FFF2-40B4-BE49-F238E27FC236}">
                <a16:creationId xmlns:a16="http://schemas.microsoft.com/office/drawing/2014/main" id="{FDBEFB9F-F4C4-493A-98FA-E3F4A4BC60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563" y="2811463"/>
            <a:ext cx="3048000" cy="4619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zh-CN" dirty="0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氢原子能级特点：</a:t>
            </a:r>
          </a:p>
        </p:txBody>
      </p:sp>
      <p:sp>
        <p:nvSpPr>
          <p:cNvPr id="21" name="Text Box 5">
            <a:extLst>
              <a:ext uri="{FF2B5EF4-FFF2-40B4-BE49-F238E27FC236}">
                <a16:creationId xmlns:a16="http://schemas.microsoft.com/office/drawing/2014/main" id="{EB217DB1-AE00-477D-BDB6-C73844A8A9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3446463"/>
            <a:ext cx="3995737" cy="4619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zh-CN" dirty="0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⑴ </a:t>
            </a:r>
            <a:r>
              <a:rPr lang="en-US" altLang="zh-CN" i="1" dirty="0" err="1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E</a:t>
            </a:r>
            <a:r>
              <a:rPr lang="en-US" altLang="zh-CN" baseline="-25000" dirty="0" err="1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n</a:t>
            </a:r>
            <a:r>
              <a:rPr lang="en-US" altLang="zh-CN" baseline="-25000" dirty="0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随 </a:t>
            </a:r>
            <a:r>
              <a:rPr lang="en-US" altLang="zh-CN" i="1" dirty="0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n </a:t>
            </a:r>
            <a:r>
              <a:rPr lang="zh-CN" altLang="en-US" dirty="0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的增加而增加 </a:t>
            </a:r>
            <a:r>
              <a:rPr lang="en-US" altLang="zh-CN" dirty="0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22" name="Text Box 7">
            <a:extLst>
              <a:ext uri="{FF2B5EF4-FFF2-40B4-BE49-F238E27FC236}">
                <a16:creationId xmlns:a16="http://schemas.microsoft.com/office/drawing/2014/main" id="{9F031E8E-DAB2-4BD7-A9C1-45B613F4E5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925" y="1962150"/>
            <a:ext cx="5254625" cy="46196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dirty="0">
                <a:solidFill>
                  <a:srgbClr val="00206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kumimoji="1" lang="en-US" altLang="zh-CN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rPr>
              <a:t>n</a:t>
            </a:r>
            <a:r>
              <a:rPr kumimoji="1" lang="en-US" altLang="zh-CN" dirty="0">
                <a:solidFill>
                  <a:srgbClr val="00206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rPr>
              <a:t>  &gt;  1  </a:t>
            </a:r>
            <a:r>
              <a:rPr kumimoji="1" lang="zh-CN" alt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rPr>
              <a:t>的状态统称为</a:t>
            </a:r>
            <a:r>
              <a:rPr kumimoji="1"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激发态，</a:t>
            </a:r>
            <a:endParaRPr kumimoji="1" lang="en-US" altLang="zh-CN" dirty="0">
              <a:solidFill>
                <a:srgbClr val="002060"/>
              </a:solidFill>
              <a:effectLst>
                <a:outerShdw blurRad="38100" dist="38100" dir="2700000" algn="tl">
                  <a:srgbClr val="000000"/>
                </a:outerShdw>
              </a:effectLst>
              <a:cs typeface="Times New Roman" panose="02020603050405020304" pitchFamily="18" charset="0"/>
            </a:endParaRPr>
          </a:p>
        </p:txBody>
      </p:sp>
      <p:grpSp>
        <p:nvGrpSpPr>
          <p:cNvPr id="2" name="Group 72">
            <a:extLst>
              <a:ext uri="{FF2B5EF4-FFF2-40B4-BE49-F238E27FC236}">
                <a16:creationId xmlns:a16="http://schemas.microsoft.com/office/drawing/2014/main" id="{80EBBF7B-D56B-4AEF-9EF3-97D570F48D3E}"/>
              </a:ext>
            </a:extLst>
          </p:cNvPr>
          <p:cNvGrpSpPr>
            <a:grpSpLocks/>
          </p:cNvGrpSpPr>
          <p:nvPr/>
        </p:nvGrpSpPr>
        <p:grpSpPr bwMode="auto">
          <a:xfrm>
            <a:off x="4606925" y="1733550"/>
            <a:ext cx="3282950" cy="1031875"/>
            <a:chOff x="3535" y="35"/>
            <a:chExt cx="2068" cy="650"/>
          </a:xfrm>
        </p:grpSpPr>
        <p:graphicFrame>
          <p:nvGraphicFramePr>
            <p:cNvPr id="15367" name="Object 3">
              <a:extLst>
                <a:ext uri="{FF2B5EF4-FFF2-40B4-BE49-F238E27FC236}">
                  <a16:creationId xmlns:a16="http://schemas.microsoft.com/office/drawing/2014/main" id="{DE67C2E6-958E-4839-A2D0-8B7100071D6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39" y="35"/>
            <a:ext cx="864" cy="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80" r:id="rId5" imgW="864000" imgH="634320" progId="Equation.DSMT4">
                    <p:embed/>
                  </p:oleObj>
                </mc:Choice>
                <mc:Fallback>
                  <p:oleObj r:id="rId5" imgW="864000" imgH="63432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39" y="35"/>
                          <a:ext cx="864" cy="6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Rectangle 8">
              <a:extLst>
                <a:ext uri="{FF2B5EF4-FFF2-40B4-BE49-F238E27FC236}">
                  <a16:creationId xmlns:a16="http://schemas.microsoft.com/office/drawing/2014/main" id="{CAAE8CA0-EF60-466B-8206-DB66CA1375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5" y="178"/>
              <a:ext cx="1626" cy="29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defRPr/>
              </a:pPr>
              <a:r>
                <a:rPr lang="zh-CN" altLang="en-US" dirty="0">
                  <a:solidFill>
                    <a:srgbClr val="002060"/>
                  </a:solidFill>
                  <a:ea typeface="+mn-ea"/>
                  <a:cs typeface="Times New Roman" panose="02020603050405020304" pitchFamily="18" charset="0"/>
                </a:rPr>
                <a:t>激发态能量：</a:t>
              </a:r>
            </a:p>
          </p:txBody>
        </p:sp>
      </p:grpSp>
      <p:sp>
        <p:nvSpPr>
          <p:cNvPr id="26" name="Text Box 12">
            <a:extLst>
              <a:ext uri="{FF2B5EF4-FFF2-40B4-BE49-F238E27FC236}">
                <a16:creationId xmlns:a16="http://schemas.microsoft.com/office/drawing/2014/main" id="{EC26F7F2-D04C-4FB6-92F4-C80DFED212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550" y="4027488"/>
            <a:ext cx="6653213" cy="5349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dirty="0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⑵ </a:t>
            </a:r>
            <a:r>
              <a:rPr lang="zh-CN" altLang="en-US" dirty="0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相邻能级差值随 </a:t>
            </a:r>
            <a:r>
              <a:rPr lang="en-US" altLang="zh-CN" dirty="0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n </a:t>
            </a:r>
            <a:r>
              <a:rPr lang="zh-CN" altLang="en-US" dirty="0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的增加而减小 </a:t>
            </a:r>
            <a:r>
              <a:rPr lang="en-US" altLang="zh-CN" dirty="0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;</a:t>
            </a:r>
          </a:p>
        </p:txBody>
      </p:sp>
      <p:grpSp>
        <p:nvGrpSpPr>
          <p:cNvPr id="3" name="Group 73">
            <a:extLst>
              <a:ext uri="{FF2B5EF4-FFF2-40B4-BE49-F238E27FC236}">
                <a16:creationId xmlns:a16="http://schemas.microsoft.com/office/drawing/2014/main" id="{9D0104C9-DFF7-4250-8B89-BDA25170A9CA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4683125"/>
            <a:ext cx="6480175" cy="514350"/>
            <a:chOff x="268" y="2241"/>
            <a:chExt cx="4276" cy="324"/>
          </a:xfrm>
        </p:grpSpPr>
        <p:graphicFrame>
          <p:nvGraphicFramePr>
            <p:cNvPr id="15371" name="Object 4">
              <a:extLst>
                <a:ext uri="{FF2B5EF4-FFF2-40B4-BE49-F238E27FC236}">
                  <a16:creationId xmlns:a16="http://schemas.microsoft.com/office/drawing/2014/main" id="{EADF4E68-3386-43F4-ADDB-BAD4D68D64E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16" y="2296"/>
            <a:ext cx="768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81" r:id="rId7" imgW="775080" imgH="253800" progId="Equation.3">
                    <p:embed/>
                  </p:oleObj>
                </mc:Choice>
                <mc:Fallback>
                  <p:oleObj r:id="rId7" imgW="775080" imgH="2538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2296"/>
                          <a:ext cx="768" cy="2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2" name="Object 5">
              <a:extLst>
                <a:ext uri="{FF2B5EF4-FFF2-40B4-BE49-F238E27FC236}">
                  <a16:creationId xmlns:a16="http://schemas.microsoft.com/office/drawing/2014/main" id="{CA9F2FA8-2451-47ED-B0C8-CFD5F7771AD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35" y="2254"/>
            <a:ext cx="669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82" r:id="rId9" imgW="800640" imgH="355320" progId="Equation.3">
                    <p:embed/>
                  </p:oleObj>
                </mc:Choice>
                <mc:Fallback>
                  <p:oleObj r:id="rId9" imgW="800640" imgH="35532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5" y="2254"/>
                          <a:ext cx="669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Text Box 15">
              <a:extLst>
                <a:ext uri="{FF2B5EF4-FFF2-40B4-BE49-F238E27FC236}">
                  <a16:creationId xmlns:a16="http://schemas.microsoft.com/office/drawing/2014/main" id="{072046B9-900F-4DB8-8C2A-9FE1F007BF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" y="2244"/>
              <a:ext cx="690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defRPr/>
              </a:pPr>
              <a:r>
                <a:rPr lang="en-US" altLang="zh-CN">
                  <a:solidFill>
                    <a:srgbClr val="002060"/>
                  </a:solidFill>
                  <a:ea typeface="+mn-ea"/>
                  <a:cs typeface="Times New Roman" panose="02020603050405020304" pitchFamily="18" charset="0"/>
                </a:rPr>
                <a:t>⑶ </a:t>
              </a:r>
              <a:r>
                <a:rPr lang="zh-CN" altLang="en-US">
                  <a:solidFill>
                    <a:srgbClr val="002060"/>
                  </a:solidFill>
                  <a:ea typeface="+mn-ea"/>
                  <a:cs typeface="Times New Roman" panose="02020603050405020304" pitchFamily="18" charset="0"/>
                </a:rPr>
                <a:t>当</a:t>
              </a:r>
            </a:p>
          </p:txBody>
        </p:sp>
        <p:sp>
          <p:nvSpPr>
            <p:cNvPr id="31" name="Text Box 16">
              <a:extLst>
                <a:ext uri="{FF2B5EF4-FFF2-40B4-BE49-F238E27FC236}">
                  <a16:creationId xmlns:a16="http://schemas.microsoft.com/office/drawing/2014/main" id="{76C180B5-8129-4020-BC77-811BB033A3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6" y="2241"/>
              <a:ext cx="2198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defRPr/>
              </a:pPr>
              <a:r>
                <a:rPr lang="zh-CN" altLang="en-US" dirty="0">
                  <a:solidFill>
                    <a:srgbClr val="002060"/>
                  </a:solidFill>
                  <a:ea typeface="+mn-ea"/>
                  <a:cs typeface="Times New Roman" panose="02020603050405020304" pitchFamily="18" charset="0"/>
                </a:rPr>
                <a:t>时，氢原子开始电离。</a:t>
              </a:r>
            </a:p>
          </p:txBody>
        </p:sp>
      </p:grpSp>
      <p:sp>
        <p:nvSpPr>
          <p:cNvPr id="32" name="Text Box 18">
            <a:extLst>
              <a:ext uri="{FF2B5EF4-FFF2-40B4-BE49-F238E27FC236}">
                <a16:creationId xmlns:a16="http://schemas.microsoft.com/office/drawing/2014/main" id="{074424AB-375E-4FEF-8625-5209D4F80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5300663"/>
            <a:ext cx="6924675" cy="5365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dirty="0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——</a:t>
            </a:r>
            <a:r>
              <a:rPr lang="zh-CN" altLang="en-US" dirty="0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使氢原子电离所需要的最小能量叫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电离能</a:t>
            </a:r>
            <a:r>
              <a:rPr lang="zh-CN" altLang="en-US" dirty="0">
                <a:solidFill>
                  <a:srgbClr val="002060"/>
                </a:solidFill>
                <a:ea typeface="+mn-ea"/>
                <a:cs typeface="Times New Roman" panose="02020603050405020304" pitchFamily="18" charset="0"/>
              </a:rPr>
              <a:t>。</a:t>
            </a:r>
          </a:p>
        </p:txBody>
      </p:sp>
      <p:grpSp>
        <p:nvGrpSpPr>
          <p:cNvPr id="4" name="Group 74">
            <a:extLst>
              <a:ext uri="{FF2B5EF4-FFF2-40B4-BE49-F238E27FC236}">
                <a16:creationId xmlns:a16="http://schemas.microsoft.com/office/drawing/2014/main" id="{98F9F455-42C5-4123-9425-1A013F04F67D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5959475"/>
            <a:ext cx="3109912" cy="461963"/>
            <a:chOff x="507" y="3735"/>
            <a:chExt cx="1959" cy="291"/>
          </a:xfrm>
        </p:grpSpPr>
        <p:graphicFrame>
          <p:nvGraphicFramePr>
            <p:cNvPr id="15377" name="Object 6">
              <a:extLst>
                <a:ext uri="{FF2B5EF4-FFF2-40B4-BE49-F238E27FC236}">
                  <a16:creationId xmlns:a16="http://schemas.microsoft.com/office/drawing/2014/main" id="{BD43C4B1-408A-4F73-9A4C-A5752B5AB48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40" y="3753"/>
            <a:ext cx="926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83" r:id="rId11" imgW="900918" imgH="253780" progId="Equation.DSMT4">
                    <p:embed/>
                  </p:oleObj>
                </mc:Choice>
                <mc:Fallback>
                  <p:oleObj r:id="rId11" imgW="900918" imgH="25378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0" y="3753"/>
                          <a:ext cx="926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" name="Rectangle 19">
              <a:extLst>
                <a:ext uri="{FF2B5EF4-FFF2-40B4-BE49-F238E27FC236}">
                  <a16:creationId xmlns:a16="http://schemas.microsoft.com/office/drawing/2014/main" id="{C29DECED-7446-4510-BBC6-142DAD4AA1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" y="3735"/>
              <a:ext cx="1914" cy="29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defRPr/>
              </a:pPr>
              <a:r>
                <a:rPr lang="zh-CN" altLang="en-US">
                  <a:solidFill>
                    <a:srgbClr val="002060"/>
                  </a:solidFill>
                  <a:ea typeface="+mn-ea"/>
                  <a:cs typeface="Times New Roman" panose="02020603050405020304" pitchFamily="18" charset="0"/>
                </a:rPr>
                <a:t>电离能：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75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75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75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6" grpId="0"/>
      <p:bldP spid="3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4">
            <a:extLst>
              <a:ext uri="{FF2B5EF4-FFF2-40B4-BE49-F238E27FC236}">
                <a16:creationId xmlns:a16="http://schemas.microsoft.com/office/drawing/2014/main" id="{917BC65F-706F-4564-A9E8-7EB85F6539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650" y="188913"/>
            <a:ext cx="8305800" cy="46196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1"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、轨道角动量量子化和角量子数</a:t>
            </a:r>
            <a:r>
              <a:rPr kumimoji="1" lang="en-US" altLang="zh-CN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kumimoji="1"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5D0EB8C9-335D-423A-9DC3-3196138C4F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225" y="776288"/>
            <a:ext cx="5016500" cy="46196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zh-CN" altLang="en-US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电子绕核运动角动量大小为</a:t>
            </a:r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3202A18A-1936-4368-8F8D-C6C8CEB51B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27600" y="765175"/>
          <a:ext cx="2138363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4" r:id="rId3" imgW="1600920" imgH="393120" progId="Equation.DSMT4">
                  <p:embed/>
                </p:oleObj>
              </mc:Choice>
              <mc:Fallback>
                <p:oleObj r:id="rId3" imgW="1600920" imgH="39312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7600" y="765175"/>
                        <a:ext cx="2138363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7">
            <a:extLst>
              <a:ext uri="{FF2B5EF4-FFF2-40B4-BE49-F238E27FC236}">
                <a16:creationId xmlns:a16="http://schemas.microsoft.com/office/drawing/2014/main" id="{37ACCEA1-BEF6-46B5-894F-146D40A7C0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1900" y="1428750"/>
            <a:ext cx="4368800" cy="46196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zh-CN" altLang="en-US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角量子数（</a:t>
            </a:r>
            <a:r>
              <a:rPr lang="zh-CN" altLang="en-US">
                <a:solidFill>
                  <a:srgbClr val="FF0066"/>
                </a:solidFill>
                <a:ea typeface="+mn-ea"/>
                <a:cs typeface="Times New Roman" panose="02020603050405020304" pitchFamily="18" charset="0"/>
              </a:rPr>
              <a:t>副量子数</a:t>
            </a:r>
            <a:r>
              <a:rPr lang="zh-CN" altLang="en-US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）：</a:t>
            </a:r>
          </a:p>
        </p:txBody>
      </p:sp>
      <p:graphicFrame>
        <p:nvGraphicFramePr>
          <p:cNvPr id="7" name="Object 3">
            <a:extLst>
              <a:ext uri="{FF2B5EF4-FFF2-40B4-BE49-F238E27FC236}">
                <a16:creationId xmlns:a16="http://schemas.microsoft.com/office/drawing/2014/main" id="{6E0ED6FA-19A4-4750-932C-04A184ABB5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27600" y="1512888"/>
          <a:ext cx="2563813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5" r:id="rId5" imgW="1842480" imgH="317160" progId="Equation.DSMT4">
                  <p:embed/>
                </p:oleObj>
              </mc:Choice>
              <mc:Fallback>
                <p:oleObj r:id="rId5" imgW="1842480" imgH="31716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7600" y="1512888"/>
                        <a:ext cx="2563813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6">
            <a:extLst>
              <a:ext uri="{FF2B5EF4-FFF2-40B4-BE49-F238E27FC236}">
                <a16:creationId xmlns:a16="http://schemas.microsoft.com/office/drawing/2014/main" id="{8CD0740D-D587-4DF7-84E1-A0893984B14C}"/>
              </a:ext>
            </a:extLst>
          </p:cNvPr>
          <p:cNvGrpSpPr>
            <a:grpSpLocks/>
          </p:cNvGrpSpPr>
          <p:nvPr/>
        </p:nvGrpSpPr>
        <p:grpSpPr bwMode="auto">
          <a:xfrm>
            <a:off x="285750" y="2047875"/>
            <a:ext cx="6934200" cy="601663"/>
            <a:chOff x="180" y="1290"/>
            <a:chExt cx="4368" cy="379"/>
          </a:xfrm>
        </p:grpSpPr>
        <p:sp>
          <p:nvSpPr>
            <p:cNvPr id="9" name="Text Box 9">
              <a:extLst>
                <a:ext uri="{FF2B5EF4-FFF2-40B4-BE49-F238E27FC236}">
                  <a16:creationId xmlns:a16="http://schemas.microsoft.com/office/drawing/2014/main" id="{CFDF0BCB-A487-4FDA-A5C6-0F3716D396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" y="1344"/>
              <a:ext cx="4368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1" lang="en-US" altLang="zh-CN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r>
                <a:rPr kumimoji="1" lang="zh-CN" altLang="en-US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、轨道角动量空间取向量子化和磁量子数</a:t>
              </a:r>
            </a:p>
          </p:txBody>
        </p:sp>
        <p:graphicFrame>
          <p:nvGraphicFramePr>
            <p:cNvPr id="16392" name="Object 4">
              <a:extLst>
                <a:ext uri="{FF2B5EF4-FFF2-40B4-BE49-F238E27FC236}">
                  <a16:creationId xmlns:a16="http://schemas.microsoft.com/office/drawing/2014/main" id="{12DA5E68-6A6C-49BE-8EBA-43656D8BC9D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70" y="1290"/>
            <a:ext cx="333" cy="3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36" r:id="rId7" imgW="292320" imgH="355320" progId="Equation.DSMT4">
                    <p:embed/>
                  </p:oleObj>
                </mc:Choice>
                <mc:Fallback>
                  <p:oleObj r:id="rId7" imgW="292320" imgH="35532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70" y="1290"/>
                          <a:ext cx="333" cy="3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64">
            <a:extLst>
              <a:ext uri="{FF2B5EF4-FFF2-40B4-BE49-F238E27FC236}">
                <a16:creationId xmlns:a16="http://schemas.microsoft.com/office/drawing/2014/main" id="{8E181E55-5241-4DF4-8963-D6A08A873E44}"/>
              </a:ext>
            </a:extLst>
          </p:cNvPr>
          <p:cNvGrpSpPr>
            <a:grpSpLocks/>
          </p:cNvGrpSpPr>
          <p:nvPr/>
        </p:nvGrpSpPr>
        <p:grpSpPr bwMode="auto">
          <a:xfrm>
            <a:off x="709613" y="2781300"/>
            <a:ext cx="5962650" cy="519113"/>
            <a:chOff x="447" y="1897"/>
            <a:chExt cx="3756" cy="32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04CAD3B-8E7B-4FB2-9850-A6650E0EAC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" y="1897"/>
              <a:ext cx="3671" cy="29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defRPr/>
              </a:pPr>
              <a:r>
                <a:rPr lang="zh-CN" altLang="en-US" dirty="0">
                  <a:solidFill>
                    <a:schemeClr val="tx1"/>
                  </a:solidFill>
                  <a:ea typeface="+mn-ea"/>
                  <a:cs typeface="Times New Roman" panose="02020603050405020304" pitchFamily="18" charset="0"/>
                </a:rPr>
                <a:t>轨道角动量在外磁场方向的投影为</a:t>
              </a:r>
            </a:p>
          </p:txBody>
        </p:sp>
        <p:graphicFrame>
          <p:nvGraphicFramePr>
            <p:cNvPr id="16395" name="Object 5">
              <a:extLst>
                <a:ext uri="{FF2B5EF4-FFF2-40B4-BE49-F238E27FC236}">
                  <a16:creationId xmlns:a16="http://schemas.microsoft.com/office/drawing/2014/main" id="{CE8B7EF5-B83A-4EFB-BA30-EB4006A14D0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20" y="1904"/>
            <a:ext cx="783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37" r:id="rId9" imgW="902160" imgH="355320" progId="Equation.DSMT4">
                    <p:embed/>
                  </p:oleObj>
                </mc:Choice>
                <mc:Fallback>
                  <p:oleObj r:id="rId9" imgW="902160" imgH="35532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0" y="1904"/>
                          <a:ext cx="783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65">
            <a:extLst>
              <a:ext uri="{FF2B5EF4-FFF2-40B4-BE49-F238E27FC236}">
                <a16:creationId xmlns:a16="http://schemas.microsoft.com/office/drawing/2014/main" id="{51EAD948-7CDB-4AD6-A5D0-41B51B6887E2}"/>
              </a:ext>
            </a:extLst>
          </p:cNvPr>
          <p:cNvGrpSpPr>
            <a:grpSpLocks/>
          </p:cNvGrpSpPr>
          <p:nvPr/>
        </p:nvGrpSpPr>
        <p:grpSpPr bwMode="auto">
          <a:xfrm>
            <a:off x="733425" y="3338513"/>
            <a:ext cx="4240213" cy="523875"/>
            <a:chOff x="369" y="2213"/>
            <a:chExt cx="2671" cy="330"/>
          </a:xfrm>
        </p:grpSpPr>
        <p:sp>
          <p:nvSpPr>
            <p:cNvPr id="15" name="Text Box 13">
              <a:extLst>
                <a:ext uri="{FF2B5EF4-FFF2-40B4-BE49-F238E27FC236}">
                  <a16:creationId xmlns:a16="http://schemas.microsoft.com/office/drawing/2014/main" id="{B0565D69-6D9E-40F1-91E4-996DA7FF1F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" y="2221"/>
              <a:ext cx="1056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defRPr/>
              </a:pPr>
              <a:r>
                <a:rPr lang="zh-CN" altLang="en-US" dirty="0">
                  <a:solidFill>
                    <a:schemeClr val="tx1"/>
                  </a:solidFill>
                  <a:ea typeface="+mn-ea"/>
                  <a:cs typeface="Times New Roman" panose="02020603050405020304" pitchFamily="18" charset="0"/>
                </a:rPr>
                <a:t>磁量子数</a:t>
              </a:r>
            </a:p>
          </p:txBody>
        </p:sp>
        <p:graphicFrame>
          <p:nvGraphicFramePr>
            <p:cNvPr id="16398" name="Object 6">
              <a:extLst>
                <a:ext uri="{FF2B5EF4-FFF2-40B4-BE49-F238E27FC236}">
                  <a16:creationId xmlns:a16="http://schemas.microsoft.com/office/drawing/2014/main" id="{A1F68E67-C127-4B0A-AFCB-BEE319E5C11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19" y="2213"/>
            <a:ext cx="1821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38" r:id="rId11" imgW="1969560" imgH="355320" progId="Equation.DSMT4">
                    <p:embed/>
                  </p:oleObj>
                </mc:Choice>
                <mc:Fallback>
                  <p:oleObj r:id="rId11" imgW="1969560" imgH="35532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9" y="2213"/>
                          <a:ext cx="1821" cy="3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67">
            <a:extLst>
              <a:ext uri="{FF2B5EF4-FFF2-40B4-BE49-F238E27FC236}">
                <a16:creationId xmlns:a16="http://schemas.microsoft.com/office/drawing/2014/main" id="{C9E467C6-DCA2-40D6-8FC0-185D6B084843}"/>
              </a:ext>
            </a:extLst>
          </p:cNvPr>
          <p:cNvGrpSpPr>
            <a:grpSpLocks/>
          </p:cNvGrpSpPr>
          <p:nvPr/>
        </p:nvGrpSpPr>
        <p:grpSpPr bwMode="auto">
          <a:xfrm>
            <a:off x="5638800" y="3646488"/>
            <a:ext cx="1909763" cy="2878137"/>
            <a:chOff x="4064" y="2244"/>
            <a:chExt cx="1203" cy="1813"/>
          </a:xfrm>
        </p:grpSpPr>
        <p:sp>
          <p:nvSpPr>
            <p:cNvPr id="16400" name="Arc 68">
              <a:extLst>
                <a:ext uri="{FF2B5EF4-FFF2-40B4-BE49-F238E27FC236}">
                  <a16:creationId xmlns:a16="http://schemas.microsoft.com/office/drawing/2014/main" id="{8D021602-08AD-4F64-AB79-6DEFC07D08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3" y="2572"/>
              <a:ext cx="764" cy="1365"/>
            </a:xfrm>
            <a:custGeom>
              <a:avLst/>
              <a:gdLst>
                <a:gd name="T0" fmla="*/ 704 w 22305"/>
                <a:gd name="T1" fmla="*/ 0 h 43200"/>
                <a:gd name="T2" fmla="*/ 22305 w 22305"/>
                <a:gd name="T3" fmla="*/ 21600 h 43200"/>
                <a:gd name="T4" fmla="*/ 705 w 22305"/>
                <a:gd name="T5" fmla="*/ 43200 h 43200"/>
                <a:gd name="T6" fmla="*/ -1 w 22305"/>
                <a:gd name="T7" fmla="*/ 43188 h 43200"/>
                <a:gd name="T8" fmla="*/ 704 w 22305"/>
                <a:gd name="T9" fmla="*/ 0 h 43200"/>
                <a:gd name="T10" fmla="*/ 22305 w 22305"/>
                <a:gd name="T11" fmla="*/ 21600 h 43200"/>
                <a:gd name="T12" fmla="*/ 705 w 22305"/>
                <a:gd name="T13" fmla="*/ 43200 h 43200"/>
                <a:gd name="T14" fmla="*/ -1 w 22305"/>
                <a:gd name="T15" fmla="*/ 43188 h 43200"/>
                <a:gd name="T16" fmla="*/ 705 w 22305"/>
                <a:gd name="T17" fmla="*/ 21600 h 43200"/>
                <a:gd name="T18" fmla="*/ 704 w 22305"/>
                <a:gd name="T19" fmla="*/ 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305" h="43200" fill="none">
                  <a:moveTo>
                    <a:pt x="704" y="0"/>
                  </a:moveTo>
                  <a:cubicBezTo>
                    <a:pt x="12634" y="0"/>
                    <a:pt x="22305" y="9670"/>
                    <a:pt x="22305" y="21600"/>
                  </a:cubicBezTo>
                  <a:cubicBezTo>
                    <a:pt x="22305" y="33529"/>
                    <a:pt x="12634" y="43200"/>
                    <a:pt x="705" y="43200"/>
                  </a:cubicBezTo>
                  <a:cubicBezTo>
                    <a:pt x="469" y="43200"/>
                    <a:pt x="234" y="43196"/>
                    <a:pt x="-1" y="43188"/>
                  </a:cubicBezTo>
                </a:path>
                <a:path w="22305" h="43200" stroke="0">
                  <a:moveTo>
                    <a:pt x="704" y="0"/>
                  </a:moveTo>
                  <a:cubicBezTo>
                    <a:pt x="12634" y="0"/>
                    <a:pt x="22305" y="9670"/>
                    <a:pt x="22305" y="21600"/>
                  </a:cubicBezTo>
                  <a:cubicBezTo>
                    <a:pt x="22305" y="33529"/>
                    <a:pt x="12634" y="43200"/>
                    <a:pt x="705" y="43200"/>
                  </a:cubicBezTo>
                  <a:cubicBezTo>
                    <a:pt x="469" y="43200"/>
                    <a:pt x="234" y="43196"/>
                    <a:pt x="-1" y="43188"/>
                  </a:cubicBezTo>
                  <a:lnTo>
                    <a:pt x="705" y="21600"/>
                  </a:lnTo>
                  <a:lnTo>
                    <a:pt x="704" y="0"/>
                  </a:lnTo>
                  <a:close/>
                </a:path>
              </a:pathLst>
            </a:cu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6401" name="Line 69">
              <a:extLst>
                <a:ext uri="{FF2B5EF4-FFF2-40B4-BE49-F238E27FC236}">
                  <a16:creationId xmlns:a16="http://schemas.microsoft.com/office/drawing/2014/main" id="{74B7BF23-AE59-48EC-BDAC-DB14B3E3F3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3" y="2371"/>
              <a:ext cx="0" cy="168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2" name="Line 70">
              <a:extLst>
                <a:ext uri="{FF2B5EF4-FFF2-40B4-BE49-F238E27FC236}">
                  <a16:creationId xmlns:a16="http://schemas.microsoft.com/office/drawing/2014/main" id="{0D6DB506-A38E-4E62-9EE5-E929C73E0A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22" y="3315"/>
              <a:ext cx="74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3" name="Line 71">
              <a:extLst>
                <a:ext uri="{FF2B5EF4-FFF2-40B4-BE49-F238E27FC236}">
                  <a16:creationId xmlns:a16="http://schemas.microsoft.com/office/drawing/2014/main" id="{C8980A88-D7D4-449E-B7AB-6861FF5C7B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26" y="2973"/>
              <a:ext cx="686" cy="321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4" name="Line 72">
              <a:extLst>
                <a:ext uri="{FF2B5EF4-FFF2-40B4-BE49-F238E27FC236}">
                  <a16:creationId xmlns:a16="http://schemas.microsoft.com/office/drawing/2014/main" id="{2749F592-0DE5-4EF1-9823-13D25188C54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678596">
              <a:off x="4564" y="3281"/>
              <a:ext cx="549" cy="411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5" name="Line 74">
              <a:extLst>
                <a:ext uri="{FF2B5EF4-FFF2-40B4-BE49-F238E27FC236}">
                  <a16:creationId xmlns:a16="http://schemas.microsoft.com/office/drawing/2014/main" id="{CE6072DB-CEDC-490F-8EC4-76C0948387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08" y="3648"/>
              <a:ext cx="56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6" name="Line 75">
              <a:extLst>
                <a:ext uri="{FF2B5EF4-FFF2-40B4-BE49-F238E27FC236}">
                  <a16:creationId xmlns:a16="http://schemas.microsoft.com/office/drawing/2014/main" id="{CA5138AE-F297-400E-AE94-68FDEFDD9C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8" y="2973"/>
              <a:ext cx="694" cy="3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7" name="Text Box 76">
              <a:extLst>
                <a:ext uri="{FF2B5EF4-FFF2-40B4-BE49-F238E27FC236}">
                  <a16:creationId xmlns:a16="http://schemas.microsoft.com/office/drawing/2014/main" id="{46B654EE-D101-4FDF-B481-4F7ECEF9F5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3207"/>
              <a:ext cx="3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  <a:ea typeface="宋体" panose="02010600030101010101" pitchFamily="2" charset="-122"/>
                </a:rPr>
                <a:t>O</a:t>
              </a:r>
            </a:p>
          </p:txBody>
        </p:sp>
        <p:graphicFrame>
          <p:nvGraphicFramePr>
            <p:cNvPr id="16408" name="Object 7">
              <a:extLst>
                <a:ext uri="{FF2B5EF4-FFF2-40B4-BE49-F238E27FC236}">
                  <a16:creationId xmlns:a16="http://schemas.microsoft.com/office/drawing/2014/main" id="{26A44073-3168-4D29-BC8F-10BB5445A8B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43" y="3535"/>
            <a:ext cx="306" cy="1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39" r:id="rId13" imgW="381240" imgH="253800" progId="Equation.3">
                    <p:embed/>
                  </p:oleObj>
                </mc:Choice>
                <mc:Fallback>
                  <p:oleObj r:id="rId13" imgW="381240" imgH="2538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43" y="3535"/>
                          <a:ext cx="306" cy="1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9" name="Object 8">
              <a:extLst>
                <a:ext uri="{FF2B5EF4-FFF2-40B4-BE49-F238E27FC236}">
                  <a16:creationId xmlns:a16="http://schemas.microsoft.com/office/drawing/2014/main" id="{6E54BE56-C8A6-431C-B903-704C412203C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01" y="2893"/>
            <a:ext cx="190" cy="2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40" r:id="rId15" imgW="190440" imgH="253800" progId="Equation.3">
                    <p:embed/>
                  </p:oleObj>
                </mc:Choice>
                <mc:Fallback>
                  <p:oleObj r:id="rId15" imgW="190440" imgH="2538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01" y="2893"/>
                          <a:ext cx="190" cy="2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10" name="Line 80">
              <a:extLst>
                <a:ext uri="{FF2B5EF4-FFF2-40B4-BE49-F238E27FC236}">
                  <a16:creationId xmlns:a16="http://schemas.microsoft.com/office/drawing/2014/main" id="{4C6D9CDA-0D3F-412D-9A44-E4DDD0A5BE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26" y="2692"/>
              <a:ext cx="369" cy="602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1" name="Line 81">
              <a:extLst>
                <a:ext uri="{FF2B5EF4-FFF2-40B4-BE49-F238E27FC236}">
                  <a16:creationId xmlns:a16="http://schemas.microsoft.com/office/drawing/2014/main" id="{53191925-D86D-44DE-B65E-28A6C2CC5D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22" y="3334"/>
              <a:ext cx="294" cy="522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2" name="Line 82">
              <a:extLst>
                <a:ext uri="{FF2B5EF4-FFF2-40B4-BE49-F238E27FC236}">
                  <a16:creationId xmlns:a16="http://schemas.microsoft.com/office/drawing/2014/main" id="{72863844-8C07-4876-8655-F874978C72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3856"/>
              <a:ext cx="34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3" name="Line 83">
              <a:extLst>
                <a:ext uri="{FF2B5EF4-FFF2-40B4-BE49-F238E27FC236}">
                  <a16:creationId xmlns:a16="http://schemas.microsoft.com/office/drawing/2014/main" id="{4179B4AD-E119-481B-B9C7-E0D6AF9495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22" y="2692"/>
              <a:ext cx="39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6414" name="Object 10">
              <a:extLst>
                <a:ext uri="{FF2B5EF4-FFF2-40B4-BE49-F238E27FC236}">
                  <a16:creationId xmlns:a16="http://schemas.microsoft.com/office/drawing/2014/main" id="{1B9C1D39-3AA3-4F5F-BA61-108409F2A70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03" y="2572"/>
            <a:ext cx="296" cy="1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41" r:id="rId17" imgW="317520" imgH="253800" progId="Equation.3">
                    <p:embed/>
                  </p:oleObj>
                </mc:Choice>
                <mc:Fallback>
                  <p:oleObj r:id="rId17" imgW="317520" imgH="2538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03" y="2572"/>
                          <a:ext cx="296" cy="1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15" name="Object 11">
              <a:extLst>
                <a:ext uri="{FF2B5EF4-FFF2-40B4-BE49-F238E27FC236}">
                  <a16:creationId xmlns:a16="http://schemas.microsoft.com/office/drawing/2014/main" id="{87353F1E-23C9-4B5F-AF1A-A1612ED1EC2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64" y="3776"/>
            <a:ext cx="396" cy="1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42" r:id="rId19" imgW="508320" imgH="253800" progId="Equation.3">
                    <p:embed/>
                  </p:oleObj>
                </mc:Choice>
                <mc:Fallback>
                  <p:oleObj r:id="rId19" imgW="508320" imgH="2538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4" y="3776"/>
                          <a:ext cx="396" cy="1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16" name="Object 12">
              <a:extLst>
                <a:ext uri="{FF2B5EF4-FFF2-40B4-BE49-F238E27FC236}">
                  <a16:creationId xmlns:a16="http://schemas.microsoft.com/office/drawing/2014/main" id="{185EDE23-CB3E-4CA0-A50C-893FED62D7F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51" y="2244"/>
            <a:ext cx="439" cy="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43" r:id="rId21" imgW="571680" imgH="418680" progId="Equation.DSMT4">
                    <p:embed/>
                  </p:oleObj>
                </mc:Choice>
                <mc:Fallback>
                  <p:oleObj r:id="rId21" imgW="571680" imgH="418680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1" y="2244"/>
                          <a:ext cx="439" cy="3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Group 87">
            <a:extLst>
              <a:ext uri="{FF2B5EF4-FFF2-40B4-BE49-F238E27FC236}">
                <a16:creationId xmlns:a16="http://schemas.microsoft.com/office/drawing/2014/main" id="{68233851-F7C2-4503-BD4B-806CC04FB131}"/>
              </a:ext>
            </a:extLst>
          </p:cNvPr>
          <p:cNvGrpSpPr>
            <a:grpSpLocks/>
          </p:cNvGrpSpPr>
          <p:nvPr/>
        </p:nvGrpSpPr>
        <p:grpSpPr bwMode="auto">
          <a:xfrm>
            <a:off x="1187450" y="4005263"/>
            <a:ext cx="2889250" cy="2495550"/>
            <a:chOff x="1282" y="2519"/>
            <a:chExt cx="1820" cy="1572"/>
          </a:xfrm>
        </p:grpSpPr>
        <p:sp>
          <p:nvSpPr>
            <p:cNvPr id="16418" name="Arc 88">
              <a:extLst>
                <a:ext uri="{FF2B5EF4-FFF2-40B4-BE49-F238E27FC236}">
                  <a16:creationId xmlns:a16="http://schemas.microsoft.com/office/drawing/2014/main" id="{4F495117-B322-44A3-B42E-0D4E7A7C26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9" y="2943"/>
              <a:ext cx="482" cy="883"/>
            </a:xfrm>
            <a:custGeom>
              <a:avLst/>
              <a:gdLst>
                <a:gd name="T0" fmla="*/ 704 w 22305"/>
                <a:gd name="T1" fmla="*/ 0 h 43200"/>
                <a:gd name="T2" fmla="*/ 22305 w 22305"/>
                <a:gd name="T3" fmla="*/ 21600 h 43200"/>
                <a:gd name="T4" fmla="*/ 705 w 22305"/>
                <a:gd name="T5" fmla="*/ 43200 h 43200"/>
                <a:gd name="T6" fmla="*/ -1 w 22305"/>
                <a:gd name="T7" fmla="*/ 43188 h 43200"/>
                <a:gd name="T8" fmla="*/ 704 w 22305"/>
                <a:gd name="T9" fmla="*/ 0 h 43200"/>
                <a:gd name="T10" fmla="*/ 22305 w 22305"/>
                <a:gd name="T11" fmla="*/ 21600 h 43200"/>
                <a:gd name="T12" fmla="*/ 705 w 22305"/>
                <a:gd name="T13" fmla="*/ 43200 h 43200"/>
                <a:gd name="T14" fmla="*/ -1 w 22305"/>
                <a:gd name="T15" fmla="*/ 43188 h 43200"/>
                <a:gd name="T16" fmla="*/ 705 w 22305"/>
                <a:gd name="T17" fmla="*/ 21600 h 43200"/>
                <a:gd name="T18" fmla="*/ 704 w 22305"/>
                <a:gd name="T19" fmla="*/ 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305" h="43200" fill="none">
                  <a:moveTo>
                    <a:pt x="704" y="0"/>
                  </a:moveTo>
                  <a:cubicBezTo>
                    <a:pt x="12634" y="0"/>
                    <a:pt x="22305" y="9670"/>
                    <a:pt x="22305" y="21600"/>
                  </a:cubicBezTo>
                  <a:cubicBezTo>
                    <a:pt x="22305" y="33529"/>
                    <a:pt x="12634" y="43200"/>
                    <a:pt x="705" y="43200"/>
                  </a:cubicBezTo>
                  <a:cubicBezTo>
                    <a:pt x="469" y="43200"/>
                    <a:pt x="234" y="43196"/>
                    <a:pt x="-1" y="43188"/>
                  </a:cubicBezTo>
                </a:path>
                <a:path w="22305" h="43200" stroke="0">
                  <a:moveTo>
                    <a:pt x="704" y="0"/>
                  </a:moveTo>
                  <a:cubicBezTo>
                    <a:pt x="12634" y="0"/>
                    <a:pt x="22305" y="9670"/>
                    <a:pt x="22305" y="21600"/>
                  </a:cubicBezTo>
                  <a:cubicBezTo>
                    <a:pt x="22305" y="33529"/>
                    <a:pt x="12634" y="43200"/>
                    <a:pt x="705" y="43200"/>
                  </a:cubicBezTo>
                  <a:cubicBezTo>
                    <a:pt x="469" y="43200"/>
                    <a:pt x="234" y="43196"/>
                    <a:pt x="-1" y="43188"/>
                  </a:cubicBezTo>
                  <a:lnTo>
                    <a:pt x="705" y="21600"/>
                  </a:lnTo>
                  <a:lnTo>
                    <a:pt x="704" y="0"/>
                  </a:lnTo>
                  <a:close/>
                </a:path>
              </a:pathLst>
            </a:cu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6419" name="Line 89">
              <a:extLst>
                <a:ext uri="{FF2B5EF4-FFF2-40B4-BE49-F238E27FC236}">
                  <a16:creationId xmlns:a16="http://schemas.microsoft.com/office/drawing/2014/main" id="{91975995-69EA-4673-9807-6393E04575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75" y="2622"/>
              <a:ext cx="0" cy="1405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0" name="Line 90">
              <a:extLst>
                <a:ext uri="{FF2B5EF4-FFF2-40B4-BE49-F238E27FC236}">
                  <a16:creationId xmlns:a16="http://schemas.microsoft.com/office/drawing/2014/main" id="{BE83C2DD-F087-4694-9BB2-8CE90C6C69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3" y="3376"/>
              <a:ext cx="468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1" name="Line 91">
              <a:extLst>
                <a:ext uri="{FF2B5EF4-FFF2-40B4-BE49-F238E27FC236}">
                  <a16:creationId xmlns:a16="http://schemas.microsoft.com/office/drawing/2014/main" id="{11576320-5499-4812-8320-9EE23947D2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93" y="3074"/>
              <a:ext cx="312" cy="281"/>
            </a:xfrm>
            <a:prstGeom prst="line">
              <a:avLst/>
            </a:prstGeom>
            <a:noFill/>
            <a:ln w="1905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2" name="Line 92">
              <a:extLst>
                <a:ext uri="{FF2B5EF4-FFF2-40B4-BE49-F238E27FC236}">
                  <a16:creationId xmlns:a16="http://schemas.microsoft.com/office/drawing/2014/main" id="{28F34A68-BDED-4760-89C1-EF4242D3137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678596">
              <a:off x="1625" y="3363"/>
              <a:ext cx="234" cy="361"/>
            </a:xfrm>
            <a:prstGeom prst="line">
              <a:avLst/>
            </a:prstGeom>
            <a:noFill/>
            <a:ln w="1905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Text Box 93">
              <a:extLst>
                <a:ext uri="{FF2B5EF4-FFF2-40B4-BE49-F238E27FC236}">
                  <a16:creationId xmlns:a16="http://schemas.microsoft.com/office/drawing/2014/main" id="{9860E8D8-3631-45B1-BB58-38EB1180B8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6" y="3858"/>
              <a:ext cx="546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defRPr/>
              </a:pPr>
              <a:r>
                <a:rPr lang="en-US" altLang="zh-CN" sz="1800" i="1">
                  <a:solidFill>
                    <a:schemeClr val="tx1"/>
                  </a:solidFill>
                  <a:ea typeface="+mn-ea"/>
                  <a:cs typeface="Times New Roman" panose="02020603050405020304" pitchFamily="18" charset="0"/>
                </a:rPr>
                <a:t> l </a:t>
              </a:r>
              <a:r>
                <a:rPr lang="en-US" altLang="zh-CN" sz="1800">
                  <a:solidFill>
                    <a:schemeClr val="tx1"/>
                  </a:solidFill>
                  <a:ea typeface="+mn-ea"/>
                  <a:cs typeface="Times New Roman" panose="02020603050405020304" pitchFamily="18" charset="0"/>
                </a:rPr>
                <a:t>=1</a:t>
              </a:r>
            </a:p>
          </p:txBody>
        </p:sp>
        <p:sp>
          <p:nvSpPr>
            <p:cNvPr id="16424" name="Line 94">
              <a:extLst>
                <a:ext uri="{FF2B5EF4-FFF2-40B4-BE49-F238E27FC236}">
                  <a16:creationId xmlns:a16="http://schemas.microsoft.com/office/drawing/2014/main" id="{4AECAABF-8BDC-4733-9AA0-9F362DD199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3" y="3698"/>
              <a:ext cx="31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5" name="Line 95">
              <a:extLst>
                <a:ext uri="{FF2B5EF4-FFF2-40B4-BE49-F238E27FC236}">
                  <a16:creationId xmlns:a16="http://schemas.microsoft.com/office/drawing/2014/main" id="{A3727375-AF4A-482D-8CF0-1F01C3B2AD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0" y="3073"/>
              <a:ext cx="3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6" name="Text Box 96">
              <a:extLst>
                <a:ext uri="{FF2B5EF4-FFF2-40B4-BE49-F238E27FC236}">
                  <a16:creationId xmlns:a16="http://schemas.microsoft.com/office/drawing/2014/main" id="{1D02B230-1525-4DEA-B158-D85A530F4B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9" y="3267"/>
              <a:ext cx="31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  <a:ea typeface="宋体" panose="02010600030101010101" pitchFamily="2" charset="-122"/>
                </a:rPr>
                <a:t>O</a:t>
              </a:r>
            </a:p>
          </p:txBody>
        </p:sp>
        <p:graphicFrame>
          <p:nvGraphicFramePr>
            <p:cNvPr id="16427" name="Object 13">
              <a:extLst>
                <a:ext uri="{FF2B5EF4-FFF2-40B4-BE49-F238E27FC236}">
                  <a16:creationId xmlns:a16="http://schemas.microsoft.com/office/drawing/2014/main" id="{985A4D48-17D5-42DB-A8CF-99FE4A0C70D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82" y="3577"/>
            <a:ext cx="237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44" r:id="rId23" imgW="381240" imgH="253800" progId="Equation.3">
                    <p:embed/>
                  </p:oleObj>
                </mc:Choice>
                <mc:Fallback>
                  <p:oleObj r:id="rId23" imgW="381240" imgH="25380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82" y="3577"/>
                          <a:ext cx="237" cy="1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28" name="Object 14">
              <a:extLst>
                <a:ext uri="{FF2B5EF4-FFF2-40B4-BE49-F238E27FC236}">
                  <a16:creationId xmlns:a16="http://schemas.microsoft.com/office/drawing/2014/main" id="{B3CC3A91-72DB-40B7-84F3-B0E9740280D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01" y="2944"/>
            <a:ext cx="165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45" r:id="rId25" imgW="190440" imgH="253800" progId="Equation.3">
                    <p:embed/>
                  </p:oleObj>
                </mc:Choice>
                <mc:Fallback>
                  <p:oleObj r:id="rId25" imgW="190440" imgH="25380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1" y="2944"/>
                          <a:ext cx="165" cy="2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29" name="Object 15">
              <a:extLst>
                <a:ext uri="{FF2B5EF4-FFF2-40B4-BE49-F238E27FC236}">
                  <a16:creationId xmlns:a16="http://schemas.microsoft.com/office/drawing/2014/main" id="{1DB6CC93-DC93-457F-9701-D087480F780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71" y="3457"/>
            <a:ext cx="397" cy="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46" r:id="rId27" imgW="698760" imgH="329760" progId="Equation.3">
                    <p:embed/>
                  </p:oleObj>
                </mc:Choice>
                <mc:Fallback>
                  <p:oleObj r:id="rId27" imgW="698760" imgH="32976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1" y="3457"/>
                          <a:ext cx="397" cy="2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30" name="Object 16">
              <a:extLst>
                <a:ext uri="{FF2B5EF4-FFF2-40B4-BE49-F238E27FC236}">
                  <a16:creationId xmlns:a16="http://schemas.microsoft.com/office/drawing/2014/main" id="{AB7FDDB8-C11F-4761-BB8E-87CE091A12A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52" y="3175"/>
            <a:ext cx="95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47" r:id="rId29" imgW="1537560" imgH="418680" progId="Equation.3">
                    <p:embed/>
                  </p:oleObj>
                </mc:Choice>
                <mc:Fallback>
                  <p:oleObj r:id="rId29" imgW="1537560" imgH="41868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2" y="3175"/>
                          <a:ext cx="950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31" name="Object 17">
              <a:extLst>
                <a:ext uri="{FF2B5EF4-FFF2-40B4-BE49-F238E27FC236}">
                  <a16:creationId xmlns:a16="http://schemas.microsoft.com/office/drawing/2014/main" id="{A1526E9F-88CB-4668-BF2D-7D0F048D93D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41" y="2519"/>
            <a:ext cx="439" cy="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48" r:id="rId31" imgW="571680" imgH="418680" progId="Equation.DSMT4">
                    <p:embed/>
                  </p:oleObj>
                </mc:Choice>
                <mc:Fallback>
                  <p:oleObj r:id="rId31" imgW="571680" imgH="418680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41" y="2519"/>
                          <a:ext cx="439" cy="3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" name="Text Box 73">
            <a:extLst>
              <a:ext uri="{FF2B5EF4-FFF2-40B4-BE49-F238E27FC236}">
                <a16:creationId xmlns:a16="http://schemas.microsoft.com/office/drawing/2014/main" id="{28C2A9EA-27D4-4C0A-AFB1-3450B42C09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5825" y="6154738"/>
            <a:ext cx="1104900" cy="36988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zh-CN" sz="1800" i="1" dirty="0">
                <a:solidFill>
                  <a:srgbClr val="FF0066"/>
                </a:solidFill>
                <a:ea typeface="+mn-ea"/>
                <a:cs typeface="Times New Roman" panose="02020603050405020304" pitchFamily="18" charset="0"/>
              </a:rPr>
              <a:t> l </a:t>
            </a:r>
            <a:r>
              <a:rPr lang="en-US" altLang="zh-CN" sz="1800" dirty="0">
                <a:solidFill>
                  <a:srgbClr val="FF0066"/>
                </a:solidFill>
                <a:ea typeface="+mn-ea"/>
                <a:cs typeface="Times New Roman" panose="02020603050405020304" pitchFamily="18" charset="0"/>
              </a:rPr>
              <a:t>=2</a:t>
            </a:r>
          </a:p>
        </p:txBody>
      </p:sp>
      <p:graphicFrame>
        <p:nvGraphicFramePr>
          <p:cNvPr id="14" name="Object 9">
            <a:extLst>
              <a:ext uri="{FF2B5EF4-FFF2-40B4-BE49-F238E27FC236}">
                <a16:creationId xmlns:a16="http://schemas.microsoft.com/office/drawing/2014/main" id="{1C05FDC9-0E16-4A91-9199-763CD73E0E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48575" y="5122863"/>
          <a:ext cx="942975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9" r:id="rId33" imgW="889560" imgH="355320" progId="Equation.3">
                  <p:embed/>
                </p:oleObj>
              </mc:Choice>
              <mc:Fallback>
                <p:oleObj r:id="rId33" imgW="889560" imgH="35532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8575" y="5122863"/>
                        <a:ext cx="942975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5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409" name="直接连接符 10">
            <a:extLst>
              <a:ext uri="{FF2B5EF4-FFF2-40B4-BE49-F238E27FC236}">
                <a16:creationId xmlns:a16="http://schemas.microsoft.com/office/drawing/2014/main" id="{33ED26DC-68B5-448D-B56D-494E112D81B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8313" y="1052513"/>
            <a:ext cx="8405812" cy="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D594F18-2DCA-4304-B6D3-16AEBF6AF645}"/>
              </a:ext>
            </a:extLst>
          </p:cNvPr>
          <p:cNvSpPr txBox="1"/>
          <p:nvPr/>
        </p:nvSpPr>
        <p:spPr>
          <a:xfrm>
            <a:off x="438150" y="333375"/>
            <a:ext cx="4062413" cy="522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1"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华文行楷" panose="02010800040101010101" pitchFamily="2" charset="-122"/>
              </a:rPr>
              <a:t>三、氢原子的波函数</a:t>
            </a:r>
          </a:p>
        </p:txBody>
      </p:sp>
      <p:sp>
        <p:nvSpPr>
          <p:cNvPr id="7" name="Text Box 55">
            <a:extLst>
              <a:ext uri="{FF2B5EF4-FFF2-40B4-BE49-F238E27FC236}">
                <a16:creationId xmlns:a16="http://schemas.microsoft.com/office/drawing/2014/main" id="{F4E1BDF2-08C3-4C17-ACF6-93DE265A4B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139825"/>
            <a:ext cx="8569325" cy="12001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Bef>
                <a:spcPct val="20000"/>
              </a:spcBef>
              <a:defRPr/>
            </a:pPr>
            <a:r>
              <a:rPr kumimoji="1"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      </a:t>
            </a:r>
            <a:r>
              <a:rPr kumimoji="1" lang="zh-CN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氢原子中电子的稳定状态</a:t>
            </a:r>
            <a:r>
              <a:rPr kumimoji="1" lang="zh-CN" altLang="en-US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rPr>
              <a:t>决定于</a:t>
            </a:r>
            <a:r>
              <a:rPr kumimoji="1" lang="zh-CN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一组量子数 </a:t>
            </a:r>
            <a:r>
              <a:rPr kumimoji="1" lang="en-US" altLang="zh-CN" i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rPr>
              <a:t>n</a:t>
            </a:r>
            <a:r>
              <a:rPr kumimoji="1" lang="en-US" altLang="zh-CN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rPr>
              <a:t>, </a:t>
            </a:r>
            <a:r>
              <a:rPr kumimoji="1" lang="en-US" altLang="zh-CN" i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rPr>
              <a:t>l</a:t>
            </a:r>
            <a:r>
              <a:rPr kumimoji="1" lang="en-US" altLang="zh-CN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rPr>
              <a:t>, </a:t>
            </a:r>
            <a:r>
              <a:rPr kumimoji="1" lang="en-US" altLang="zh-CN" i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rPr>
              <a:t>m</a:t>
            </a:r>
            <a:r>
              <a:rPr kumimoji="1" lang="en-US" altLang="zh-CN" i="1" baseline="-25000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rPr>
              <a:t>l</a:t>
            </a:r>
            <a:r>
              <a:rPr kumimoji="1" lang="en-US" altLang="zh-CN" i="1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kumimoji="1" lang="en-US" altLang="zh-CN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kumimoji="1" lang="zh-CN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，即</a:t>
            </a:r>
            <a:r>
              <a:rPr kumimoji="1" lang="zh-CN" altLang="en-US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rPr>
              <a:t>每组量子数确定一个波函数来描述一个稳定的状态</a:t>
            </a:r>
            <a:r>
              <a:rPr kumimoji="1" lang="zh-CN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。</a:t>
            </a:r>
          </a:p>
        </p:txBody>
      </p:sp>
      <p:graphicFrame>
        <p:nvGraphicFramePr>
          <p:cNvPr id="8" name="Object 2">
            <a:extLst>
              <a:ext uri="{FF2B5EF4-FFF2-40B4-BE49-F238E27FC236}">
                <a16:creationId xmlns:a16="http://schemas.microsoft.com/office/drawing/2014/main" id="{84AB0689-33B6-4B8D-AB75-624B2C2C26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03363" y="2420938"/>
          <a:ext cx="47371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6" r:id="rId3" imgW="2095200" imgH="241200" progId="Equation.DSMT4">
                  <p:embed/>
                </p:oleObj>
              </mc:Choice>
              <mc:Fallback>
                <p:oleObj r:id="rId3" imgW="2095200" imgH="241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3363" y="2420938"/>
                        <a:ext cx="473710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21">
            <a:extLst>
              <a:ext uri="{FF2B5EF4-FFF2-40B4-BE49-F238E27FC236}">
                <a16:creationId xmlns:a16="http://schemas.microsoft.com/office/drawing/2014/main" id="{723FF367-0022-45E5-BF99-D16A3E27B7F0}"/>
              </a:ext>
            </a:extLst>
          </p:cNvPr>
          <p:cNvGrpSpPr>
            <a:grpSpLocks/>
          </p:cNvGrpSpPr>
          <p:nvPr/>
        </p:nvGrpSpPr>
        <p:grpSpPr bwMode="auto">
          <a:xfrm>
            <a:off x="1546225" y="3322638"/>
            <a:ext cx="3471863" cy="504825"/>
            <a:chOff x="1545843" y="3322707"/>
            <a:chExt cx="3471975" cy="504056"/>
          </a:xfrm>
        </p:grpSpPr>
        <p:graphicFrame>
          <p:nvGraphicFramePr>
            <p:cNvPr id="17414" name="Object 3">
              <a:extLst>
                <a:ext uri="{FF2B5EF4-FFF2-40B4-BE49-F238E27FC236}">
                  <a16:creationId xmlns:a16="http://schemas.microsoft.com/office/drawing/2014/main" id="{D25F3D7F-F136-4B00-B1F7-348886B0863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45843" y="3322707"/>
            <a:ext cx="924103" cy="5040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27" r:id="rId5" imgW="419100" imgH="228600" progId="Equation.DSMT4">
                    <p:embed/>
                  </p:oleObj>
                </mc:Choice>
                <mc:Fallback>
                  <p:oleObj r:id="rId5" imgW="419100" imgH="22860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5843" y="3322707"/>
                          <a:ext cx="924103" cy="5040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15" name="矩形 12">
              <a:extLst>
                <a:ext uri="{FF2B5EF4-FFF2-40B4-BE49-F238E27FC236}">
                  <a16:creationId xmlns:a16="http://schemas.microsoft.com/office/drawing/2014/main" id="{2DCCBE3D-64BB-4F20-8B24-ACF8B936D9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8716" y="3343902"/>
              <a:ext cx="233910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zh-CN">
                  <a:latin typeface="Calibri" panose="020F0502020204030204" pitchFamily="34" charset="0"/>
                </a:rPr>
                <a:t>称为径向波函数</a:t>
              </a:r>
              <a:endParaRPr lang="zh-CN" altLang="en-US"/>
            </a:p>
          </p:txBody>
        </p:sp>
      </p:grpSp>
      <p:grpSp>
        <p:nvGrpSpPr>
          <p:cNvPr id="4" name="组合 22">
            <a:extLst>
              <a:ext uri="{FF2B5EF4-FFF2-40B4-BE49-F238E27FC236}">
                <a16:creationId xmlns:a16="http://schemas.microsoft.com/office/drawing/2014/main" id="{171A4DE4-DE20-42AC-9BA9-ADC9BE80AB95}"/>
              </a:ext>
            </a:extLst>
          </p:cNvPr>
          <p:cNvGrpSpPr>
            <a:grpSpLocks/>
          </p:cNvGrpSpPr>
          <p:nvPr/>
        </p:nvGrpSpPr>
        <p:grpSpPr bwMode="auto">
          <a:xfrm>
            <a:off x="1535113" y="4062413"/>
            <a:ext cx="3594100" cy="481012"/>
            <a:chOff x="1533736" y="4062469"/>
            <a:chExt cx="3595332" cy="480753"/>
          </a:xfrm>
        </p:grpSpPr>
        <p:graphicFrame>
          <p:nvGraphicFramePr>
            <p:cNvPr id="17417" name="Object 4">
              <a:extLst>
                <a:ext uri="{FF2B5EF4-FFF2-40B4-BE49-F238E27FC236}">
                  <a16:creationId xmlns:a16="http://schemas.microsoft.com/office/drawing/2014/main" id="{D5FB9953-8878-41EB-A889-32646DB505B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33736" y="4062469"/>
            <a:ext cx="1152042" cy="456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28" r:id="rId7" imgW="609480" imgH="241200" progId="Equation.DSMT4">
                    <p:embed/>
                  </p:oleObj>
                </mc:Choice>
                <mc:Fallback>
                  <p:oleObj r:id="rId7" imgW="609480" imgH="2412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3736" y="4062469"/>
                          <a:ext cx="1152042" cy="4568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18" name="矩形 15">
              <a:extLst>
                <a:ext uri="{FF2B5EF4-FFF2-40B4-BE49-F238E27FC236}">
                  <a16:creationId xmlns:a16="http://schemas.microsoft.com/office/drawing/2014/main" id="{945B00B0-4344-4E95-A521-178F68E68E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9966" y="4081557"/>
              <a:ext cx="233910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zh-CN">
                  <a:latin typeface="Calibri" panose="020F0502020204030204" pitchFamily="34" charset="0"/>
                </a:rPr>
                <a:t>称为角向波函数</a:t>
              </a:r>
              <a:endParaRPr lang="zh-CN" altLang="en-US"/>
            </a:p>
          </p:txBody>
        </p:sp>
      </p:grpSp>
      <p:graphicFrame>
        <p:nvGraphicFramePr>
          <p:cNvPr id="17" name="Object 5">
            <a:extLst>
              <a:ext uri="{FF2B5EF4-FFF2-40B4-BE49-F238E27FC236}">
                <a16:creationId xmlns:a16="http://schemas.microsoft.com/office/drawing/2014/main" id="{3BBFF221-2780-4253-A3C8-608C8550AC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2738" y="4827588"/>
          <a:ext cx="1817687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9" r:id="rId9" imgW="799406" imgH="203024" progId="Equation.DSMT4">
                  <p:embed/>
                </p:oleObj>
              </mc:Choice>
              <mc:Fallback>
                <p:oleObj r:id="rId9" imgW="799406" imgH="203024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2738" y="4827588"/>
                        <a:ext cx="1817687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23">
            <a:extLst>
              <a:ext uri="{FF2B5EF4-FFF2-40B4-BE49-F238E27FC236}">
                <a16:creationId xmlns:a16="http://schemas.microsoft.com/office/drawing/2014/main" id="{15253B3B-DCBF-4E63-B83A-27DC4B09C212}"/>
              </a:ext>
            </a:extLst>
          </p:cNvPr>
          <p:cNvGrpSpPr>
            <a:grpSpLocks/>
          </p:cNvGrpSpPr>
          <p:nvPr/>
        </p:nvGrpSpPr>
        <p:grpSpPr bwMode="auto">
          <a:xfrm>
            <a:off x="2860675" y="5445125"/>
            <a:ext cx="4237038" cy="461963"/>
            <a:chOff x="2860675" y="5445224"/>
            <a:chExt cx="4236370" cy="461962"/>
          </a:xfrm>
        </p:grpSpPr>
        <p:graphicFrame>
          <p:nvGraphicFramePr>
            <p:cNvPr id="17421" name="Object 6">
              <a:extLst>
                <a:ext uri="{FF2B5EF4-FFF2-40B4-BE49-F238E27FC236}">
                  <a16:creationId xmlns:a16="http://schemas.microsoft.com/office/drawing/2014/main" id="{8A2CD96C-2E9A-41F6-9A37-572F084B260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60675" y="5445224"/>
            <a:ext cx="2546350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30" r:id="rId11" imgW="1103942" imgH="203024" progId="Equation.DSMT4">
                    <p:embed/>
                  </p:oleObj>
                </mc:Choice>
                <mc:Fallback>
                  <p:oleObj r:id="rId11" imgW="1103942" imgH="203024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60675" y="5445224"/>
                          <a:ext cx="2546350" cy="4619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2" name="矩形 19">
              <a:extLst>
                <a:ext uri="{FF2B5EF4-FFF2-40B4-BE49-F238E27FC236}">
                  <a16:creationId xmlns:a16="http://schemas.microsoft.com/office/drawing/2014/main" id="{CE8CF5A1-ED21-4ECD-9F46-31454C0EB3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3339" y="5445224"/>
              <a:ext cx="159370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zh-CN">
                  <a:latin typeface="Calibri" panose="020F0502020204030204" pitchFamily="34" charset="0"/>
                </a:rPr>
                <a:t>共</a:t>
              </a:r>
              <a:r>
                <a:rPr lang="en-US" altLang="zh-CN" i="1"/>
                <a:t>n</a:t>
              </a:r>
              <a:r>
                <a:rPr lang="zh-CN" altLang="zh-CN">
                  <a:latin typeface="Calibri" panose="020F0502020204030204" pitchFamily="34" charset="0"/>
                </a:rPr>
                <a:t>个取值</a:t>
              </a:r>
              <a:endParaRPr lang="zh-CN" altLang="en-US"/>
            </a:p>
          </p:txBody>
        </p:sp>
      </p:grpSp>
      <p:grpSp>
        <p:nvGrpSpPr>
          <p:cNvPr id="6" name="组合 24">
            <a:extLst>
              <a:ext uri="{FF2B5EF4-FFF2-40B4-BE49-F238E27FC236}">
                <a16:creationId xmlns:a16="http://schemas.microsoft.com/office/drawing/2014/main" id="{0DD983EA-94BD-4CEE-9A11-A86F4593DE8A}"/>
              </a:ext>
            </a:extLst>
          </p:cNvPr>
          <p:cNvGrpSpPr>
            <a:grpSpLocks/>
          </p:cNvGrpSpPr>
          <p:nvPr/>
        </p:nvGrpSpPr>
        <p:grpSpPr bwMode="auto">
          <a:xfrm>
            <a:off x="2860675" y="6037263"/>
            <a:ext cx="4813300" cy="541337"/>
            <a:chOff x="2860675" y="6036815"/>
            <a:chExt cx="4813782" cy="541338"/>
          </a:xfrm>
        </p:grpSpPr>
        <p:graphicFrame>
          <p:nvGraphicFramePr>
            <p:cNvPr id="17424" name="Object 7">
              <a:extLst>
                <a:ext uri="{FF2B5EF4-FFF2-40B4-BE49-F238E27FC236}">
                  <a16:creationId xmlns:a16="http://schemas.microsoft.com/office/drawing/2014/main" id="{5774BB92-0D24-473B-ADD9-742952E4CB5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60675" y="6036815"/>
            <a:ext cx="2871788" cy="541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31" r:id="rId13" imgW="1180588" imgH="228501" progId="Equation.DSMT4">
                    <p:embed/>
                  </p:oleObj>
                </mc:Choice>
                <mc:Fallback>
                  <p:oleObj r:id="rId13" imgW="1180588" imgH="228501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60675" y="6036815"/>
                          <a:ext cx="2871788" cy="541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5" name="矩形 20">
              <a:extLst>
                <a:ext uri="{FF2B5EF4-FFF2-40B4-BE49-F238E27FC236}">
                  <a16:creationId xmlns:a16="http://schemas.microsoft.com/office/drawing/2014/main" id="{DD53E101-3BB2-46F1-9256-24C2C18DE2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8854" y="6048370"/>
              <a:ext cx="196560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zh-CN">
                  <a:latin typeface="Calibri" panose="020F0502020204030204" pitchFamily="34" charset="0"/>
                </a:rPr>
                <a:t>共</a:t>
              </a:r>
              <a:r>
                <a:rPr lang="en-US" altLang="zh-CN">
                  <a:latin typeface="Calibri" panose="020F0502020204030204" pitchFamily="34" charset="0"/>
                </a:rPr>
                <a:t>2</a:t>
              </a:r>
              <a:r>
                <a:rPr lang="en-US" altLang="zh-CN" i="1"/>
                <a:t>l</a:t>
              </a:r>
              <a:r>
                <a:rPr lang="en-US" altLang="zh-CN">
                  <a:latin typeface="Calibri" panose="020F0502020204030204" pitchFamily="34" charset="0"/>
                </a:rPr>
                <a:t>+1</a:t>
              </a:r>
              <a:r>
                <a:rPr lang="zh-CN" altLang="zh-CN">
                  <a:latin typeface="Calibri" panose="020F0502020204030204" pitchFamily="34" charset="0"/>
                </a:rPr>
                <a:t>个取值</a:t>
              </a:r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Box 51">
            <a:extLst>
              <a:ext uri="{FF2B5EF4-FFF2-40B4-BE49-F238E27FC236}">
                <a16:creationId xmlns:a16="http://schemas.microsoft.com/office/drawing/2014/main" id="{E0E646F9-73A0-4306-B354-F99E4E1C03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149725"/>
            <a:ext cx="8424862" cy="460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zh-CN" altLang="en-US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当 </a:t>
            </a:r>
            <a:r>
              <a:rPr lang="en-US" altLang="zh-CN" i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和</a:t>
            </a:r>
            <a:r>
              <a:rPr lang="zh-CN" altLang="en-US" i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l</a:t>
            </a:r>
            <a:r>
              <a:rPr lang="en-US" altLang="zh-CN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都一定时，不同状态的数目，即简并度为</a:t>
            </a:r>
          </a:p>
        </p:txBody>
      </p:sp>
      <p:graphicFrame>
        <p:nvGraphicFramePr>
          <p:cNvPr id="29" name="Object 2">
            <a:extLst>
              <a:ext uri="{FF2B5EF4-FFF2-40B4-BE49-F238E27FC236}">
                <a16:creationId xmlns:a16="http://schemas.microsoft.com/office/drawing/2014/main" id="{547A4F4E-CDAB-4839-9294-FFDFFE6EF4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9975" y="5635625"/>
          <a:ext cx="2519363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9" r:id="rId3" imgW="2033280" imgH="697680" progId="Equation.DSMT4">
                  <p:embed/>
                </p:oleObj>
              </mc:Choice>
              <mc:Fallback>
                <p:oleObj r:id="rId3" imgW="2033280" imgH="69768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5635625"/>
                        <a:ext cx="2519363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 Box 58">
            <a:extLst>
              <a:ext uri="{FF2B5EF4-FFF2-40B4-BE49-F238E27FC236}">
                <a16:creationId xmlns:a16="http://schemas.microsoft.com/office/drawing/2014/main" id="{4E544D02-134A-4CDE-AC42-4D743A5701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906963"/>
            <a:ext cx="7523162" cy="4619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zh-CN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仅当 </a:t>
            </a:r>
            <a:r>
              <a:rPr lang="en-US" altLang="zh-CN" i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一定时，不同状态的数目，即简并度为</a:t>
            </a:r>
          </a:p>
        </p:txBody>
      </p:sp>
      <p:sp>
        <p:nvSpPr>
          <p:cNvPr id="31" name="Text Box 54">
            <a:extLst>
              <a:ext uri="{FF2B5EF4-FFF2-40B4-BE49-F238E27FC236}">
                <a16:creationId xmlns:a16="http://schemas.microsoft.com/office/drawing/2014/main" id="{2E2D51B6-262A-4DC7-ADBA-7AA61D72C1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549275"/>
            <a:ext cx="8408987" cy="175418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25000"/>
              </a:spcBef>
              <a:defRPr/>
            </a:pPr>
            <a:r>
              <a:rPr lang="en-US" altLang="zh-CN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      </a:t>
            </a:r>
            <a:r>
              <a:rPr lang="zh-CN" altLang="en-US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氢原子能量只和主量子数 </a:t>
            </a:r>
            <a:r>
              <a:rPr lang="en-US" altLang="zh-CN" i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n </a:t>
            </a:r>
            <a:r>
              <a:rPr lang="zh-CN" altLang="en-US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有关，当 </a:t>
            </a:r>
            <a:r>
              <a:rPr lang="en-US" altLang="zh-CN" i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n </a:t>
            </a:r>
            <a:r>
              <a:rPr lang="zh-CN" altLang="en-US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相同而 </a:t>
            </a:r>
            <a:r>
              <a:rPr lang="en-US" altLang="zh-CN" i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l  </a:t>
            </a:r>
            <a:r>
              <a:rPr lang="zh-CN" altLang="en-US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和 </a:t>
            </a:r>
            <a:r>
              <a:rPr lang="en-US" altLang="zh-CN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m</a:t>
            </a:r>
            <a:r>
              <a:rPr lang="en-US" altLang="zh-CN" i="1" baseline="-25000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l    </a:t>
            </a:r>
            <a:r>
              <a:rPr lang="zh-CN" altLang="en-US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不同的各状态能量是相同的。这种同一能级有不同状态的情形叫</a:t>
            </a:r>
            <a:r>
              <a:rPr lang="zh-CN" altLang="en-US" dirty="0">
                <a:solidFill>
                  <a:srgbClr val="FF0066"/>
                </a:solidFill>
                <a:ea typeface="+mn-ea"/>
                <a:cs typeface="Times New Roman" panose="02020603050405020304" pitchFamily="18" charset="0"/>
              </a:rPr>
              <a:t>简并</a:t>
            </a:r>
            <a:r>
              <a:rPr lang="zh-CN" altLang="en-US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2" name="Rectangle 57">
            <a:extLst>
              <a:ext uri="{FF2B5EF4-FFF2-40B4-BE49-F238E27FC236}">
                <a16:creationId xmlns:a16="http://schemas.microsoft.com/office/drawing/2014/main" id="{51E15F04-F9DE-43CA-9BA3-9D2B808D4C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975" y="2419350"/>
            <a:ext cx="8208963" cy="12001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20000"/>
              </a:spcBef>
              <a:defRPr/>
            </a:pPr>
            <a:r>
              <a:rPr lang="zh-CN" altLang="en-US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      同一能级各种不同的状态称为</a:t>
            </a:r>
            <a:r>
              <a:rPr lang="zh-CN" altLang="en-US" dirty="0">
                <a:solidFill>
                  <a:srgbClr val="FF0066"/>
                </a:solidFill>
                <a:ea typeface="+mn-ea"/>
                <a:cs typeface="Times New Roman" panose="02020603050405020304" pitchFamily="18" charset="0"/>
              </a:rPr>
              <a:t>简并态</a:t>
            </a:r>
            <a:r>
              <a:rPr lang="zh-CN" altLang="en-US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，同一能级不同状态的数目称为</a:t>
            </a:r>
            <a:r>
              <a:rPr lang="zh-CN" altLang="en-US" dirty="0">
                <a:solidFill>
                  <a:srgbClr val="FF0066"/>
                </a:solidFill>
                <a:ea typeface="+mn-ea"/>
                <a:cs typeface="Times New Roman" panose="02020603050405020304" pitchFamily="18" charset="0"/>
              </a:rPr>
              <a:t>简并度</a:t>
            </a:r>
            <a:r>
              <a:rPr lang="zh-CN" altLang="en-US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7" name="Text Box 51">
            <a:extLst>
              <a:ext uri="{FF2B5EF4-FFF2-40B4-BE49-F238E27FC236}">
                <a16:creationId xmlns:a16="http://schemas.microsoft.com/office/drawing/2014/main" id="{8C628733-4498-4E5A-83E2-34A7ECAD57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725" y="4149725"/>
            <a:ext cx="1512888" cy="460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zh-CN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( 2 </a:t>
            </a:r>
            <a:r>
              <a:rPr lang="en-US" altLang="zh-CN" i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l</a:t>
            </a:r>
            <a:r>
              <a:rPr lang="en-US" altLang="zh-CN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 +1 )</a:t>
            </a:r>
            <a:r>
              <a:rPr lang="zh-CN" altLang="en-US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0" grpId="0"/>
      <p:bldP spid="32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421889">
            <a:extLst>
              <a:ext uri="{FF2B5EF4-FFF2-40B4-BE49-F238E27FC236}">
                <a16:creationId xmlns:a16="http://schemas.microsoft.com/office/drawing/2014/main" id="{B44290E5-D163-43AA-8B32-5D3244A90208}"/>
              </a:ext>
            </a:extLst>
          </p:cNvPr>
          <p:cNvGrpSpPr>
            <a:grpSpLocks/>
          </p:cNvGrpSpPr>
          <p:nvPr/>
        </p:nvGrpSpPr>
        <p:grpSpPr bwMode="auto">
          <a:xfrm>
            <a:off x="4532313" y="2560638"/>
            <a:ext cx="4270375" cy="2293937"/>
            <a:chOff x="3024" y="1195"/>
            <a:chExt cx="2544" cy="1445"/>
          </a:xfrm>
        </p:grpSpPr>
        <p:sp>
          <p:nvSpPr>
            <p:cNvPr id="19458" name="矩形 421890">
              <a:extLst>
                <a:ext uri="{FF2B5EF4-FFF2-40B4-BE49-F238E27FC236}">
                  <a16:creationId xmlns:a16="http://schemas.microsoft.com/office/drawing/2014/main" id="{6CF3C4E8-BE48-4D4E-9EF4-FBDD763EFA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200"/>
              <a:ext cx="2544" cy="1440"/>
            </a:xfrm>
            <a:prstGeom prst="rect">
              <a:avLst/>
            </a:prstGeom>
            <a:solidFill>
              <a:srgbClr val="000066"/>
            </a:solidFill>
            <a:ln w="76200" cmpd="tri">
              <a:solidFill>
                <a:srgbClr val="33CC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zh-CN" altLang="en-US">
                <a:ea typeface="黑体" panose="02010609060101010101" pitchFamily="49" charset="-122"/>
              </a:endParaRPr>
            </a:p>
          </p:txBody>
        </p:sp>
        <p:sp>
          <p:nvSpPr>
            <p:cNvPr id="421892" name="文本框 421891">
              <a:extLst>
                <a:ext uri="{FF2B5EF4-FFF2-40B4-BE49-F238E27FC236}">
                  <a16:creationId xmlns:a16="http://schemas.microsoft.com/office/drawing/2014/main" id="{3CAEE5AF-4556-4EAC-950C-E18DB394D007}"/>
                </a:ext>
              </a:extLst>
            </p:cNvPr>
            <p:cNvSpPr txBox="1"/>
            <p:nvPr/>
          </p:nvSpPr>
          <p:spPr>
            <a:xfrm>
              <a:off x="3062" y="1195"/>
              <a:ext cx="156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sz="3200" noProof="1">
                  <a:solidFill>
                    <a:srgbClr val="FFFF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立体角定义：</a:t>
              </a:r>
            </a:p>
          </p:txBody>
        </p:sp>
      </p:grpSp>
      <p:sp>
        <p:nvSpPr>
          <p:cNvPr id="421893" name="文本框 421892">
            <a:extLst>
              <a:ext uri="{FF2B5EF4-FFF2-40B4-BE49-F238E27FC236}">
                <a16:creationId xmlns:a16="http://schemas.microsoft.com/office/drawing/2014/main" id="{40DBDEBB-0B50-455C-8DA9-DCB8FCCD18C7}"/>
              </a:ext>
            </a:extLst>
          </p:cNvPr>
          <p:cNvSpPr txBox="1"/>
          <p:nvPr/>
        </p:nvSpPr>
        <p:spPr>
          <a:xfrm>
            <a:off x="5897563" y="4213225"/>
            <a:ext cx="25273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3600" noProof="1">
                <a:solidFill>
                  <a:srgbClr val="FFFF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d</a:t>
            </a:r>
            <a:r>
              <a:rPr lang="en-US" altLang="zh-CN" sz="3600" noProof="1">
                <a:solidFill>
                  <a:srgbClr val="FFFF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 = dS /r</a:t>
            </a:r>
            <a:r>
              <a:rPr lang="en-US" altLang="zh-CN" sz="3600" baseline="30000" noProof="1">
                <a:solidFill>
                  <a:srgbClr val="FFFF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endParaRPr lang="en-US" altLang="zh-CN" sz="3600" noProof="1">
              <a:solidFill>
                <a:srgbClr val="FFFF00"/>
              </a:solidFill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grpSp>
        <p:nvGrpSpPr>
          <p:cNvPr id="4" name="组合 421893">
            <a:extLst>
              <a:ext uri="{FF2B5EF4-FFF2-40B4-BE49-F238E27FC236}">
                <a16:creationId xmlns:a16="http://schemas.microsoft.com/office/drawing/2014/main" id="{E5D9D6C8-EB45-4991-A55F-29F9AA4314A2}"/>
              </a:ext>
            </a:extLst>
          </p:cNvPr>
          <p:cNvGrpSpPr>
            <a:grpSpLocks/>
          </p:cNvGrpSpPr>
          <p:nvPr/>
        </p:nvGrpSpPr>
        <p:grpSpPr bwMode="auto">
          <a:xfrm>
            <a:off x="4810125" y="2941638"/>
            <a:ext cx="2663825" cy="1465262"/>
            <a:chOff x="1584" y="1632"/>
            <a:chExt cx="1678" cy="923"/>
          </a:xfrm>
        </p:grpSpPr>
        <p:sp>
          <p:nvSpPr>
            <p:cNvPr id="19462" name="等腰三角形 421894">
              <a:extLst>
                <a:ext uri="{FF2B5EF4-FFF2-40B4-BE49-F238E27FC236}">
                  <a16:creationId xmlns:a16="http://schemas.microsoft.com/office/drawing/2014/main" id="{9F342337-8240-47C9-86C9-A47E59E98D6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6741693">
              <a:off x="1728" y="2267"/>
              <a:ext cx="144" cy="432"/>
            </a:xfrm>
            <a:prstGeom prst="triangle">
              <a:avLst>
                <a:gd name="adj" fmla="val 50000"/>
              </a:avLst>
            </a:prstGeom>
            <a:solidFill>
              <a:srgbClr val="CCCC00"/>
            </a:solidFill>
            <a:ln w="9525">
              <a:solidFill>
                <a:srgbClr val="FFFF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zh-CN" altLang="en-US">
                <a:ea typeface="黑体" panose="02010609060101010101" pitchFamily="49" charset="-122"/>
              </a:endParaRPr>
            </a:p>
          </p:txBody>
        </p:sp>
        <p:sp>
          <p:nvSpPr>
            <p:cNvPr id="19463" name="椭圆 421895">
              <a:extLst>
                <a:ext uri="{FF2B5EF4-FFF2-40B4-BE49-F238E27FC236}">
                  <a16:creationId xmlns:a16="http://schemas.microsoft.com/office/drawing/2014/main" id="{BAC3F642-FE45-45B9-8883-62CC6ED0133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072061">
              <a:off x="2919" y="1636"/>
              <a:ext cx="336" cy="624"/>
            </a:xfrm>
            <a:prstGeom prst="ellips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scene3d>
              <a:camera prst="legacyPerspectiveBottomLeft">
                <a:rot lat="300000" lon="21299999" rev="0"/>
              </a:camera>
              <a:lightRig rig="legacyFlat3" dir="t"/>
            </a:scene3d>
            <a:sp3d extrusionH="121893000" prstMaterial="legacyMatte">
              <a:bevelT w="13500" h="13500" prst="angle"/>
              <a:bevelB w="13500" h="13500" prst="angle"/>
              <a:extrusionClr>
                <a:srgbClr val="FFFF00"/>
              </a:extrusionClr>
              <a:contourClr>
                <a:srgbClr val="FFFF00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flatTx/>
            </a:bodyPr>
            <a:lstStyle/>
            <a:p>
              <a:pPr eaLnBrk="0" hangingPunct="0">
                <a:spcBef>
                  <a:spcPct val="50000"/>
                </a:spcBef>
              </a:pPr>
              <a:endParaRPr lang="zh-CN" altLang="en-US">
                <a:ea typeface="黑体" panose="02010609060101010101" pitchFamily="49" charset="-122"/>
              </a:endParaRPr>
            </a:p>
          </p:txBody>
        </p:sp>
        <p:sp>
          <p:nvSpPr>
            <p:cNvPr id="19464" name="椭圆 421896">
              <a:extLst>
                <a:ext uri="{FF2B5EF4-FFF2-40B4-BE49-F238E27FC236}">
                  <a16:creationId xmlns:a16="http://schemas.microsoft.com/office/drawing/2014/main" id="{BA6B19AF-C833-44EC-A77A-0312B1A455B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072061">
              <a:off x="2933" y="1632"/>
              <a:ext cx="329" cy="634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zh-CN" altLang="en-US">
                <a:ea typeface="黑体" panose="02010609060101010101" pitchFamily="49" charset="-122"/>
              </a:endParaRPr>
            </a:p>
          </p:txBody>
        </p:sp>
      </p:grpSp>
      <p:grpSp>
        <p:nvGrpSpPr>
          <p:cNvPr id="5" name="组合 421897">
            <a:extLst>
              <a:ext uri="{FF2B5EF4-FFF2-40B4-BE49-F238E27FC236}">
                <a16:creationId xmlns:a16="http://schemas.microsoft.com/office/drawing/2014/main" id="{993B3692-CE0B-4C9B-932A-DF494073B15F}"/>
              </a:ext>
            </a:extLst>
          </p:cNvPr>
          <p:cNvGrpSpPr>
            <a:grpSpLocks/>
          </p:cNvGrpSpPr>
          <p:nvPr/>
        </p:nvGrpSpPr>
        <p:grpSpPr bwMode="auto">
          <a:xfrm>
            <a:off x="6940550" y="2941638"/>
            <a:ext cx="533400" cy="990600"/>
            <a:chOff x="1776" y="1632"/>
            <a:chExt cx="336" cy="624"/>
          </a:xfrm>
        </p:grpSpPr>
        <p:sp>
          <p:nvSpPr>
            <p:cNvPr id="19466" name="椭圆 421898">
              <a:extLst>
                <a:ext uri="{FF2B5EF4-FFF2-40B4-BE49-F238E27FC236}">
                  <a16:creationId xmlns:a16="http://schemas.microsoft.com/office/drawing/2014/main" id="{1262E967-8CA6-4AED-89E9-149FF7A69B8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072061">
              <a:off x="1776" y="1632"/>
              <a:ext cx="336" cy="624"/>
            </a:xfrm>
            <a:prstGeom prst="ellipse">
              <a:avLst/>
            </a:prstGeom>
            <a:gradFill rotWithShape="0">
              <a:gsLst>
                <a:gs pos="0">
                  <a:srgbClr val="FF3300"/>
                </a:gs>
                <a:gs pos="100000">
                  <a:srgbClr val="A92200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99FF33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zh-CN" altLang="en-US">
                <a:ea typeface="黑体" panose="02010609060101010101" pitchFamily="49" charset="-122"/>
              </a:endParaRPr>
            </a:p>
          </p:txBody>
        </p:sp>
        <p:sp>
          <p:nvSpPr>
            <p:cNvPr id="19467" name="任意多边形 421899">
              <a:extLst>
                <a:ext uri="{FF2B5EF4-FFF2-40B4-BE49-F238E27FC236}">
                  <a16:creationId xmlns:a16="http://schemas.microsoft.com/office/drawing/2014/main" id="{E07FF047-581E-45E6-BF3E-2FDABA63FA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1824"/>
              <a:ext cx="259" cy="229"/>
            </a:xfrm>
            <a:custGeom>
              <a:avLst/>
              <a:gdLst>
                <a:gd name="T0" fmla="*/ 0 w 259"/>
                <a:gd name="T1" fmla="*/ 229 h 229"/>
                <a:gd name="T2" fmla="*/ 68 w 259"/>
                <a:gd name="T3" fmla="*/ 204 h 229"/>
                <a:gd name="T4" fmla="*/ 135 w 259"/>
                <a:gd name="T5" fmla="*/ 160 h 229"/>
                <a:gd name="T6" fmla="*/ 195 w 259"/>
                <a:gd name="T7" fmla="*/ 117 h 229"/>
                <a:gd name="T8" fmla="*/ 235 w 259"/>
                <a:gd name="T9" fmla="*/ 59 h 229"/>
                <a:gd name="T10" fmla="*/ 259 w 259"/>
                <a:gd name="T11" fmla="*/ 0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9" h="229">
                  <a:moveTo>
                    <a:pt x="0" y="229"/>
                  </a:moveTo>
                  <a:cubicBezTo>
                    <a:pt x="11" y="225"/>
                    <a:pt x="46" y="216"/>
                    <a:pt x="68" y="204"/>
                  </a:cubicBezTo>
                  <a:cubicBezTo>
                    <a:pt x="90" y="192"/>
                    <a:pt x="114" y="174"/>
                    <a:pt x="135" y="160"/>
                  </a:cubicBezTo>
                  <a:cubicBezTo>
                    <a:pt x="156" y="146"/>
                    <a:pt x="178" y="134"/>
                    <a:pt x="195" y="117"/>
                  </a:cubicBezTo>
                  <a:cubicBezTo>
                    <a:pt x="212" y="100"/>
                    <a:pt x="224" y="79"/>
                    <a:pt x="235" y="59"/>
                  </a:cubicBezTo>
                  <a:cubicBezTo>
                    <a:pt x="245" y="40"/>
                    <a:pt x="254" y="12"/>
                    <a:pt x="259" y="0"/>
                  </a:cubicBezTo>
                </a:path>
              </a:pathLst>
            </a:custGeom>
            <a:noFill/>
            <a:ln w="9525">
              <a:solidFill>
                <a:srgbClr val="99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19468" name="任意多边形 421900">
              <a:extLst>
                <a:ext uri="{FF2B5EF4-FFF2-40B4-BE49-F238E27FC236}">
                  <a16:creationId xmlns:a16="http://schemas.microsoft.com/office/drawing/2014/main" id="{2C2EF001-9ACC-45DB-9385-D3CA835700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5" y="1644"/>
              <a:ext cx="235" cy="589"/>
            </a:xfrm>
            <a:custGeom>
              <a:avLst/>
              <a:gdLst>
                <a:gd name="T0" fmla="*/ 0 w 235"/>
                <a:gd name="T1" fmla="*/ 0 h 589"/>
                <a:gd name="T2" fmla="*/ 55 w 235"/>
                <a:gd name="T3" fmla="*/ 34 h 589"/>
                <a:gd name="T4" fmla="*/ 100 w 235"/>
                <a:gd name="T5" fmla="*/ 89 h 589"/>
                <a:gd name="T6" fmla="*/ 144 w 235"/>
                <a:gd name="T7" fmla="*/ 156 h 589"/>
                <a:gd name="T8" fmla="*/ 177 w 235"/>
                <a:gd name="T9" fmla="*/ 223 h 589"/>
                <a:gd name="T10" fmla="*/ 211 w 235"/>
                <a:gd name="T11" fmla="*/ 322 h 589"/>
                <a:gd name="T12" fmla="*/ 222 w 235"/>
                <a:gd name="T13" fmla="*/ 389 h 589"/>
                <a:gd name="T14" fmla="*/ 233 w 235"/>
                <a:gd name="T15" fmla="*/ 489 h 589"/>
                <a:gd name="T16" fmla="*/ 211 w 235"/>
                <a:gd name="T17" fmla="*/ 589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5" h="589">
                  <a:moveTo>
                    <a:pt x="0" y="0"/>
                  </a:moveTo>
                  <a:cubicBezTo>
                    <a:pt x="9" y="6"/>
                    <a:pt x="38" y="19"/>
                    <a:pt x="55" y="34"/>
                  </a:cubicBezTo>
                  <a:cubicBezTo>
                    <a:pt x="72" y="49"/>
                    <a:pt x="85" y="69"/>
                    <a:pt x="100" y="89"/>
                  </a:cubicBezTo>
                  <a:cubicBezTo>
                    <a:pt x="115" y="109"/>
                    <a:pt x="131" y="134"/>
                    <a:pt x="144" y="156"/>
                  </a:cubicBezTo>
                  <a:cubicBezTo>
                    <a:pt x="157" y="178"/>
                    <a:pt x="166" y="195"/>
                    <a:pt x="177" y="223"/>
                  </a:cubicBezTo>
                  <a:cubicBezTo>
                    <a:pt x="188" y="251"/>
                    <a:pt x="203" y="294"/>
                    <a:pt x="211" y="322"/>
                  </a:cubicBezTo>
                  <a:cubicBezTo>
                    <a:pt x="219" y="350"/>
                    <a:pt x="218" y="361"/>
                    <a:pt x="222" y="389"/>
                  </a:cubicBezTo>
                  <a:cubicBezTo>
                    <a:pt x="226" y="417"/>
                    <a:pt x="235" y="456"/>
                    <a:pt x="233" y="489"/>
                  </a:cubicBezTo>
                  <a:cubicBezTo>
                    <a:pt x="231" y="522"/>
                    <a:pt x="216" y="568"/>
                    <a:pt x="211" y="589"/>
                  </a:cubicBezTo>
                </a:path>
              </a:pathLst>
            </a:custGeom>
            <a:noFill/>
            <a:ln w="9525">
              <a:solidFill>
                <a:srgbClr val="99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</p:grpSp>
      <p:grpSp>
        <p:nvGrpSpPr>
          <p:cNvPr id="6" name="组合 421901">
            <a:extLst>
              <a:ext uri="{FF2B5EF4-FFF2-40B4-BE49-F238E27FC236}">
                <a16:creationId xmlns:a16="http://schemas.microsoft.com/office/drawing/2014/main" id="{9E9AA92D-D6E9-4544-BFF7-4245823480D1}"/>
              </a:ext>
            </a:extLst>
          </p:cNvPr>
          <p:cNvGrpSpPr>
            <a:grpSpLocks/>
          </p:cNvGrpSpPr>
          <p:nvPr/>
        </p:nvGrpSpPr>
        <p:grpSpPr bwMode="auto">
          <a:xfrm>
            <a:off x="6559550" y="3200400"/>
            <a:ext cx="1701800" cy="731838"/>
            <a:chOff x="1584" y="1200"/>
            <a:chExt cx="1072" cy="461"/>
          </a:xfrm>
        </p:grpSpPr>
        <p:sp>
          <p:nvSpPr>
            <p:cNvPr id="421903" name="文本框 421902">
              <a:extLst>
                <a:ext uri="{FF2B5EF4-FFF2-40B4-BE49-F238E27FC236}">
                  <a16:creationId xmlns:a16="http://schemas.microsoft.com/office/drawing/2014/main" id="{4F2D0E0C-231A-4C78-BDDC-DB3EE0BB704C}"/>
                </a:ext>
              </a:extLst>
            </p:cNvPr>
            <p:cNvSpPr txBox="1"/>
            <p:nvPr/>
          </p:nvSpPr>
          <p:spPr>
            <a:xfrm>
              <a:off x="2256" y="1200"/>
              <a:ext cx="40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3200" noProof="1">
                  <a:solidFill>
                    <a:srgbClr val="FFFF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dS</a:t>
              </a:r>
            </a:p>
          </p:txBody>
        </p:sp>
        <p:sp>
          <p:nvSpPr>
            <p:cNvPr id="421904" name="文本框 421903">
              <a:extLst>
                <a:ext uri="{FF2B5EF4-FFF2-40B4-BE49-F238E27FC236}">
                  <a16:creationId xmlns:a16="http://schemas.microsoft.com/office/drawing/2014/main" id="{CCA4C2A5-161F-49EE-B17F-FD6754E09CB6}"/>
                </a:ext>
              </a:extLst>
            </p:cNvPr>
            <p:cNvSpPr txBox="1"/>
            <p:nvPr/>
          </p:nvSpPr>
          <p:spPr>
            <a:xfrm>
              <a:off x="1584" y="1296"/>
              <a:ext cx="23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3200" noProof="1">
                  <a:solidFill>
                    <a:srgbClr val="FF33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r</a:t>
              </a:r>
            </a:p>
          </p:txBody>
        </p:sp>
        <p:sp>
          <p:nvSpPr>
            <p:cNvPr id="19472" name="直接连接符 421904">
              <a:extLst>
                <a:ext uri="{FF2B5EF4-FFF2-40B4-BE49-F238E27FC236}">
                  <a16:creationId xmlns:a16="http://schemas.microsoft.com/office/drawing/2014/main" id="{32991A86-DCB0-487A-9822-BF598E0D23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1316"/>
              <a:ext cx="192" cy="48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组合 421905">
            <a:extLst>
              <a:ext uri="{FF2B5EF4-FFF2-40B4-BE49-F238E27FC236}">
                <a16:creationId xmlns:a16="http://schemas.microsoft.com/office/drawing/2014/main" id="{70D8E8DD-5AE8-4C6A-B611-C5B10BF9A967}"/>
              </a:ext>
            </a:extLst>
          </p:cNvPr>
          <p:cNvGrpSpPr>
            <a:grpSpLocks/>
          </p:cNvGrpSpPr>
          <p:nvPr/>
        </p:nvGrpSpPr>
        <p:grpSpPr bwMode="auto">
          <a:xfrm>
            <a:off x="4722813" y="2789238"/>
            <a:ext cx="2979737" cy="1676400"/>
            <a:chOff x="3115" y="1632"/>
            <a:chExt cx="1877" cy="1056"/>
          </a:xfrm>
        </p:grpSpPr>
        <p:grpSp>
          <p:nvGrpSpPr>
            <p:cNvPr id="19474" name="组合 421906">
              <a:extLst>
                <a:ext uri="{FF2B5EF4-FFF2-40B4-BE49-F238E27FC236}">
                  <a16:creationId xmlns:a16="http://schemas.microsoft.com/office/drawing/2014/main" id="{3A8CF987-C047-4F15-A455-EC012EFC14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15" y="1632"/>
              <a:ext cx="1877" cy="1056"/>
              <a:chOff x="1579" y="1008"/>
              <a:chExt cx="1877" cy="1056"/>
            </a:xfrm>
          </p:grpSpPr>
          <p:sp>
            <p:nvSpPr>
              <p:cNvPr id="19475" name="直接连接符 421907">
                <a:extLst>
                  <a:ext uri="{FF2B5EF4-FFF2-40B4-BE49-F238E27FC236}">
                    <a16:creationId xmlns:a16="http://schemas.microsoft.com/office/drawing/2014/main" id="{80E02638-7CF5-422D-A0EA-4C301E5D7A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84" y="1488"/>
                <a:ext cx="1584" cy="576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76" name="直接连接符 421908">
                <a:extLst>
                  <a:ext uri="{FF2B5EF4-FFF2-40B4-BE49-F238E27FC236}">
                    <a16:creationId xmlns:a16="http://schemas.microsoft.com/office/drawing/2014/main" id="{7E11FA5B-0E1F-455A-A30D-9697232712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84" y="1008"/>
                <a:ext cx="1632" cy="1056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77" name="直接连接符 421909">
                <a:extLst>
                  <a:ext uri="{FF2B5EF4-FFF2-40B4-BE49-F238E27FC236}">
                    <a16:creationId xmlns:a16="http://schemas.microsoft.com/office/drawing/2014/main" id="{4AC2CBF5-9F8E-4853-8A96-AF5E505FEA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1557351" flipV="1">
                <a:off x="1579" y="1679"/>
                <a:ext cx="1876" cy="378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78" name="直接连接符 421910">
                <a:extLst>
                  <a:ext uri="{FF2B5EF4-FFF2-40B4-BE49-F238E27FC236}">
                    <a16:creationId xmlns:a16="http://schemas.microsoft.com/office/drawing/2014/main" id="{B6F58D31-B1FD-42DE-A66E-86143488B6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84" y="1296"/>
                <a:ext cx="1488" cy="768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79" name="直接连接符 421911">
                <a:extLst>
                  <a:ext uri="{FF2B5EF4-FFF2-40B4-BE49-F238E27FC236}">
                    <a16:creationId xmlns:a16="http://schemas.microsoft.com/office/drawing/2014/main" id="{518F33C4-E298-4374-8A45-B65DBD9403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84" y="1632"/>
                <a:ext cx="1680" cy="432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80" name="直接连接符 421912">
                <a:extLst>
                  <a:ext uri="{FF2B5EF4-FFF2-40B4-BE49-F238E27FC236}">
                    <a16:creationId xmlns:a16="http://schemas.microsoft.com/office/drawing/2014/main" id="{9731162D-855D-41C1-A1BB-BCBF1290E2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12" y="1429"/>
                <a:ext cx="144" cy="48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81" name="直接连接符 421913">
                <a:extLst>
                  <a:ext uri="{FF2B5EF4-FFF2-40B4-BE49-F238E27FC236}">
                    <a16:creationId xmlns:a16="http://schemas.microsoft.com/office/drawing/2014/main" id="{54B8D9A5-2A02-4590-B9C9-45E538A123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16" y="1152"/>
                <a:ext cx="192" cy="96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9482" name="任意多边形 421914">
              <a:extLst>
                <a:ext uri="{FF2B5EF4-FFF2-40B4-BE49-F238E27FC236}">
                  <a16:creationId xmlns:a16="http://schemas.microsoft.com/office/drawing/2014/main" id="{E5C28398-ABD7-4AC7-8A7A-752954EED3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0" y="2208"/>
              <a:ext cx="121" cy="292"/>
            </a:xfrm>
            <a:custGeom>
              <a:avLst/>
              <a:gdLst>
                <a:gd name="T0" fmla="*/ 8 w 121"/>
                <a:gd name="T1" fmla="*/ 0 h 292"/>
                <a:gd name="T2" fmla="*/ 8 w 121"/>
                <a:gd name="T3" fmla="*/ 96 h 292"/>
                <a:gd name="T4" fmla="*/ 54 w 121"/>
                <a:gd name="T5" fmla="*/ 203 h 292"/>
                <a:gd name="T6" fmla="*/ 121 w 121"/>
                <a:gd name="T7" fmla="*/ 292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1" h="292">
                  <a:moveTo>
                    <a:pt x="8" y="0"/>
                  </a:moveTo>
                  <a:cubicBezTo>
                    <a:pt x="4" y="28"/>
                    <a:pt x="0" y="62"/>
                    <a:pt x="8" y="96"/>
                  </a:cubicBezTo>
                  <a:cubicBezTo>
                    <a:pt x="16" y="130"/>
                    <a:pt x="35" y="170"/>
                    <a:pt x="54" y="203"/>
                  </a:cubicBezTo>
                  <a:cubicBezTo>
                    <a:pt x="73" y="236"/>
                    <a:pt x="107" y="274"/>
                    <a:pt x="121" y="292"/>
                  </a:cubicBezTo>
                </a:path>
              </a:pathLst>
            </a:cu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</p:grpSp>
      <p:sp>
        <p:nvSpPr>
          <p:cNvPr id="421916" name="矩形 421915">
            <a:extLst>
              <a:ext uri="{FF2B5EF4-FFF2-40B4-BE49-F238E27FC236}">
                <a16:creationId xmlns:a16="http://schemas.microsoft.com/office/drawing/2014/main" id="{8E48EE88-744F-4C7B-8319-915707D00F94}"/>
              </a:ext>
            </a:extLst>
          </p:cNvPr>
          <p:cNvSpPr/>
          <p:nvPr/>
        </p:nvSpPr>
        <p:spPr>
          <a:xfrm>
            <a:off x="5691188" y="3551238"/>
            <a:ext cx="925512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d</a:t>
            </a:r>
            <a:r>
              <a:rPr lang="en-US" altLang="zh-CN" sz="320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 </a:t>
            </a:r>
          </a:p>
        </p:txBody>
      </p:sp>
      <p:sp>
        <p:nvSpPr>
          <p:cNvPr id="421917" name="文本框 421916">
            <a:extLst>
              <a:ext uri="{FF2B5EF4-FFF2-40B4-BE49-F238E27FC236}">
                <a16:creationId xmlns:a16="http://schemas.microsoft.com/office/drawing/2014/main" id="{E969DB3A-0DFC-49E3-84B4-F204DD4C21DB}"/>
              </a:ext>
            </a:extLst>
          </p:cNvPr>
          <p:cNvSpPr txBox="1"/>
          <p:nvPr/>
        </p:nvSpPr>
        <p:spPr>
          <a:xfrm>
            <a:off x="4776788" y="4984750"/>
            <a:ext cx="24796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单位：球面度</a:t>
            </a:r>
            <a:r>
              <a:rPr lang="en-US" altLang="zh-CN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(sr)</a:t>
            </a:r>
          </a:p>
        </p:txBody>
      </p:sp>
      <p:grpSp>
        <p:nvGrpSpPr>
          <p:cNvPr id="9" name="组合 421917">
            <a:extLst>
              <a:ext uri="{FF2B5EF4-FFF2-40B4-BE49-F238E27FC236}">
                <a16:creationId xmlns:a16="http://schemas.microsoft.com/office/drawing/2014/main" id="{B6C0325B-D148-4617-AAF9-2E6CCB3F0323}"/>
              </a:ext>
            </a:extLst>
          </p:cNvPr>
          <p:cNvGrpSpPr>
            <a:grpSpLocks/>
          </p:cNvGrpSpPr>
          <p:nvPr/>
        </p:nvGrpSpPr>
        <p:grpSpPr bwMode="auto">
          <a:xfrm>
            <a:off x="323850" y="4549775"/>
            <a:ext cx="2057400" cy="1981200"/>
            <a:chOff x="1296" y="2640"/>
            <a:chExt cx="1296" cy="1248"/>
          </a:xfrm>
        </p:grpSpPr>
        <p:sp>
          <p:nvSpPr>
            <p:cNvPr id="19486" name="椭圆 421918">
              <a:extLst>
                <a:ext uri="{FF2B5EF4-FFF2-40B4-BE49-F238E27FC236}">
                  <a16:creationId xmlns:a16="http://schemas.microsoft.com/office/drawing/2014/main" id="{EBFEE95C-C36A-4322-8CBD-98CFCF0BF5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640"/>
              <a:ext cx="1296" cy="1248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8F8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zh-CN" altLang="en-US">
                <a:ea typeface="黑体" panose="02010609060101010101" pitchFamily="49" charset="-122"/>
              </a:endParaRPr>
            </a:p>
          </p:txBody>
        </p:sp>
        <p:sp>
          <p:nvSpPr>
            <p:cNvPr id="19487" name="椭圆 421919">
              <a:extLst>
                <a:ext uri="{FF2B5EF4-FFF2-40B4-BE49-F238E27FC236}">
                  <a16:creationId xmlns:a16="http://schemas.microsoft.com/office/drawing/2014/main" id="{71A98FC0-0957-49F0-83B7-A525636DB5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3264"/>
              <a:ext cx="48" cy="48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>
                <a:spcBef>
                  <a:spcPct val="50000"/>
                </a:spcBef>
              </a:pPr>
              <a:endParaRPr lang="zh-CN" altLang="en-US">
                <a:ea typeface="黑体" panose="02010609060101010101" pitchFamily="49" charset="-122"/>
              </a:endParaRPr>
            </a:p>
          </p:txBody>
        </p:sp>
      </p:grpSp>
      <p:graphicFrame>
        <p:nvGraphicFramePr>
          <p:cNvPr id="421921" name="对象 421920">
            <a:extLst>
              <a:ext uri="{FF2B5EF4-FFF2-40B4-BE49-F238E27FC236}">
                <a16:creationId xmlns:a16="http://schemas.microsoft.com/office/drawing/2014/main" id="{693C87A9-160B-4890-B7C7-CF0ADD678B0C}"/>
              </a:ext>
            </a:extLst>
          </p:cNvPr>
          <p:cNvGraphicFramePr>
            <a:graphicFrameLocks/>
          </p:cNvGraphicFramePr>
          <p:nvPr/>
        </p:nvGraphicFramePr>
        <p:xfrm>
          <a:off x="2538413" y="4789488"/>
          <a:ext cx="1058862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1" r:id="rId3" imgW="482391" imgH="393529" progId="Equation.3">
                  <p:embed/>
                </p:oleObj>
              </mc:Choice>
              <mc:Fallback>
                <p:oleObj r:id="rId3" imgW="482391" imgH="393529" progId="Equation.3">
                  <p:embed/>
                  <p:pic>
                    <p:nvPicPr>
                      <p:cNvPr id="0" name="对象 421920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8413" y="4789488"/>
                        <a:ext cx="1058862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1922" name="对象 421921">
            <a:extLst>
              <a:ext uri="{FF2B5EF4-FFF2-40B4-BE49-F238E27FC236}">
                <a16:creationId xmlns:a16="http://schemas.microsoft.com/office/drawing/2014/main" id="{88995C08-4B45-4114-8219-17CDBE9811D7}"/>
              </a:ext>
            </a:extLst>
          </p:cNvPr>
          <p:cNvGraphicFramePr>
            <a:graphicFrameLocks/>
          </p:cNvGraphicFramePr>
          <p:nvPr/>
        </p:nvGraphicFramePr>
        <p:xfrm>
          <a:off x="2538413" y="5770563"/>
          <a:ext cx="2773362" cy="8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2" r:id="rId5" imgW="1168400" imgH="419100" progId="Equation.3">
                  <p:embed/>
                </p:oleObj>
              </mc:Choice>
              <mc:Fallback>
                <p:oleObj r:id="rId5" imgW="1168400" imgH="419100" progId="Equation.3">
                  <p:embed/>
                  <p:pic>
                    <p:nvPicPr>
                      <p:cNvPr id="0" name="对象 421921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8413" y="5770563"/>
                        <a:ext cx="2773362" cy="893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421922">
            <a:extLst>
              <a:ext uri="{FF2B5EF4-FFF2-40B4-BE49-F238E27FC236}">
                <a16:creationId xmlns:a16="http://schemas.microsoft.com/office/drawing/2014/main" id="{6645728D-5A53-4980-8D15-A2E60A40E4A4}"/>
              </a:ext>
            </a:extLst>
          </p:cNvPr>
          <p:cNvGrpSpPr>
            <a:grpSpLocks/>
          </p:cNvGrpSpPr>
          <p:nvPr/>
        </p:nvGrpSpPr>
        <p:grpSpPr bwMode="auto">
          <a:xfrm>
            <a:off x="1373188" y="4692650"/>
            <a:ext cx="838200" cy="838200"/>
            <a:chOff x="1920" y="2736"/>
            <a:chExt cx="528" cy="528"/>
          </a:xfrm>
        </p:grpSpPr>
        <p:sp>
          <p:nvSpPr>
            <p:cNvPr id="19491" name="直接连接符 421923">
              <a:extLst>
                <a:ext uri="{FF2B5EF4-FFF2-40B4-BE49-F238E27FC236}">
                  <a16:creationId xmlns:a16="http://schemas.microsoft.com/office/drawing/2014/main" id="{B8867C7C-047E-4B77-A4F7-DFCA67997B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68" y="2928"/>
              <a:ext cx="480" cy="336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2" name="文本框 421924">
              <a:extLst>
                <a:ext uri="{FF2B5EF4-FFF2-40B4-BE49-F238E27FC236}">
                  <a16:creationId xmlns:a16="http://schemas.microsoft.com/office/drawing/2014/main" id="{AA695D02-7D85-4D63-8FE2-5BB058F7EC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2736"/>
              <a:ext cx="24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>
                  <a:solidFill>
                    <a:srgbClr val="FFFF00"/>
                  </a:solidFill>
                  <a:ea typeface="宋体" panose="02010600030101010101" pitchFamily="2" charset="-122"/>
                </a:rPr>
                <a:t>r</a:t>
              </a:r>
            </a:p>
          </p:txBody>
        </p:sp>
      </p:grpSp>
      <p:sp>
        <p:nvSpPr>
          <p:cNvPr id="19493" name="文本框 421925">
            <a:extLst>
              <a:ext uri="{FF2B5EF4-FFF2-40B4-BE49-F238E27FC236}">
                <a16:creationId xmlns:a16="http://schemas.microsoft.com/office/drawing/2014/main" id="{C4FF3023-9CCA-4175-AC60-DA6359AD1B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60350"/>
            <a:ext cx="41783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sz="2800">
                <a:solidFill>
                  <a:schemeClr val="tx2"/>
                </a:solidFill>
                <a:ea typeface="黑体" panose="02010609060101010101" pitchFamily="49" charset="-122"/>
              </a:rPr>
              <a:t>四</a:t>
            </a:r>
            <a:r>
              <a:rPr lang="zh-CN" altLang="en-US" sz="2800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、</a:t>
            </a:r>
            <a:r>
              <a:rPr lang="zh-CN" altLang="en-US" sz="2800">
                <a:solidFill>
                  <a:schemeClr val="tx2"/>
                </a:solidFill>
                <a:ea typeface="黑体" panose="02010609060101010101" pitchFamily="49" charset="-122"/>
              </a:rPr>
              <a:t>电子的概率密度分布</a:t>
            </a:r>
          </a:p>
        </p:txBody>
      </p:sp>
      <p:graphicFrame>
        <p:nvGraphicFramePr>
          <p:cNvPr id="461828" name="对象 461827">
            <a:extLst>
              <a:ext uri="{FF2B5EF4-FFF2-40B4-BE49-F238E27FC236}">
                <a16:creationId xmlns:a16="http://schemas.microsoft.com/office/drawing/2014/main" id="{A4D5EF6F-3E9C-42E7-AD4E-508082D8D89E}"/>
              </a:ext>
            </a:extLst>
          </p:cNvPr>
          <p:cNvGraphicFramePr>
            <a:graphicFrameLocks/>
          </p:cNvGraphicFramePr>
          <p:nvPr/>
        </p:nvGraphicFramePr>
        <p:xfrm>
          <a:off x="725488" y="873125"/>
          <a:ext cx="3665537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3" r:id="rId7" imgW="1776458" imgH="304536" progId="Equation.3">
                  <p:embed/>
                </p:oleObj>
              </mc:Choice>
              <mc:Fallback>
                <p:oleObj r:id="rId7" imgW="1776458" imgH="304536" progId="Equation.3">
                  <p:embed/>
                  <p:pic>
                    <p:nvPicPr>
                      <p:cNvPr id="0" name="对象 461827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488" y="873125"/>
                        <a:ext cx="3665537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">
            <a:extLst>
              <a:ext uri="{FF2B5EF4-FFF2-40B4-BE49-F238E27FC236}">
                <a16:creationId xmlns:a16="http://schemas.microsoft.com/office/drawing/2014/main" id="{49F8DD16-EFC8-4ABC-B09D-F60E9F9A8A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3500" y="965200"/>
          <a:ext cx="3640138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4" r:id="rId9" imgW="2095200" imgH="241200" progId="Equation.DSMT4">
                  <p:embed/>
                </p:oleObj>
              </mc:Choice>
              <mc:Fallback>
                <p:oleObj r:id="rId9" imgW="2095200" imgH="241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3500" y="965200"/>
                        <a:ext cx="3640138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Rectangle 29">
            <a:extLst>
              <a:ext uri="{FF2B5EF4-FFF2-40B4-BE49-F238E27FC236}">
                <a16:creationId xmlns:a16="http://schemas.microsoft.com/office/drawing/2014/main" id="{EAD09780-9883-43A0-92BA-0673CF0BB764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525463" y="1690688"/>
            <a:ext cx="2509837" cy="4302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zh-CN" altLang="en-US" sz="28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</a:rPr>
              <a:t>径向概率分布</a:t>
            </a:r>
          </a:p>
        </p:txBody>
      </p:sp>
      <p:sp>
        <p:nvSpPr>
          <p:cNvPr id="45" name="Text Box 60">
            <a:extLst>
              <a:ext uri="{FF2B5EF4-FFF2-40B4-BE49-F238E27FC236}">
                <a16:creationId xmlns:a16="http://schemas.microsoft.com/office/drawing/2014/main" id="{0A1B9477-F1F9-4A79-A87A-755D000CFB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463" y="2889250"/>
            <a:ext cx="2663825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1" lang="zh-CN" altLang="en-US" sz="28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</a:rPr>
              <a:t>角向概率分布</a:t>
            </a:r>
          </a:p>
        </p:txBody>
      </p:sp>
      <p:graphicFrame>
        <p:nvGraphicFramePr>
          <p:cNvPr id="424964" name="内容占位符 424963">
            <a:extLst>
              <a:ext uri="{FF2B5EF4-FFF2-40B4-BE49-F238E27FC236}">
                <a16:creationId xmlns:a16="http://schemas.microsoft.com/office/drawing/2014/main" id="{22A81407-EC91-463E-8053-68F989698436}"/>
              </a:ext>
            </a:extLst>
          </p:cNvPr>
          <p:cNvGraphicFramePr>
            <a:graphicFrameLocks noGrp="1"/>
          </p:cNvGraphicFramePr>
          <p:nvPr>
            <p:ph sz="quarter" idx="4294967295"/>
          </p:nvPr>
        </p:nvGraphicFramePr>
        <p:xfrm>
          <a:off x="650875" y="3352800"/>
          <a:ext cx="2946400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5" r:id="rId11" imgW="1828007" imgH="495085" progId="Equation.DSMT4">
                  <p:embed/>
                </p:oleObj>
              </mc:Choice>
              <mc:Fallback>
                <p:oleObj r:id="rId11" imgW="1828007" imgH="495085" progId="Equation.DSMT4">
                  <p:embed/>
                  <p:pic>
                    <p:nvPicPr>
                      <p:cNvPr id="0" name="内容占位符 424963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875" y="3352800"/>
                        <a:ext cx="2946400" cy="77787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4932" name="对象 464931">
            <a:extLst>
              <a:ext uri="{FF2B5EF4-FFF2-40B4-BE49-F238E27FC236}">
                <a16:creationId xmlns:a16="http://schemas.microsoft.com/office/drawing/2014/main" id="{C7F57061-C102-45D1-8D37-571B487646E2}"/>
              </a:ext>
            </a:extLst>
          </p:cNvPr>
          <p:cNvGraphicFramePr>
            <a:graphicFrameLocks/>
          </p:cNvGraphicFramePr>
          <p:nvPr/>
        </p:nvGraphicFramePr>
        <p:xfrm>
          <a:off x="725488" y="2120900"/>
          <a:ext cx="2566987" cy="68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6" r:id="rId13" imgW="1422360" imgH="431640" progId="Equation.3">
                  <p:embed/>
                </p:oleObj>
              </mc:Choice>
              <mc:Fallback>
                <p:oleObj r:id="rId13" imgW="1422360" imgH="431640" progId="Equation.3">
                  <p:embed/>
                  <p:pic>
                    <p:nvPicPr>
                      <p:cNvPr id="0" name="对象 464931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488" y="2120900"/>
                        <a:ext cx="2566987" cy="684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29">
            <a:extLst>
              <a:ext uri="{FF2B5EF4-FFF2-40B4-BE49-F238E27FC236}">
                <a16:creationId xmlns:a16="http://schemas.microsoft.com/office/drawing/2014/main" id="{A9735ABB-29C1-4009-B474-DEF47C84DEF7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3632200" y="2560638"/>
            <a:ext cx="584200" cy="6778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zh-CN" altLang="en-US" sz="44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新魏" panose="02010800040101010101" pitchFamily="2" charset="-122"/>
              </a:rPr>
              <a:t>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1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24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464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421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421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9" dur="500"/>
                                        <p:tgtEl>
                                          <p:spTgt spid="421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4" dur="500"/>
                                        <p:tgtEl>
                                          <p:spTgt spid="421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9" dur="500"/>
                                        <p:tgtEl>
                                          <p:spTgt spid="421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893" grpId="0"/>
      <p:bldP spid="421916" grpId="0"/>
      <p:bldP spid="421917" grpId="0"/>
      <p:bldP spid="44" grpId="0"/>
      <p:bldP spid="45" grpId="0" bldLvl="0" animBg="1"/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1828" name="对象 461827">
            <a:extLst>
              <a:ext uri="{FF2B5EF4-FFF2-40B4-BE49-F238E27FC236}">
                <a16:creationId xmlns:a16="http://schemas.microsoft.com/office/drawing/2014/main" id="{E1656976-1FC1-43AA-84DD-BBA72FCD2FF3}"/>
              </a:ext>
            </a:extLst>
          </p:cNvPr>
          <p:cNvGraphicFramePr>
            <a:graphicFrameLocks/>
          </p:cNvGraphicFramePr>
          <p:nvPr/>
        </p:nvGraphicFramePr>
        <p:xfrm>
          <a:off x="1054100" y="568325"/>
          <a:ext cx="4749800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2" r:id="rId3" imgW="1776458" imgH="304536" progId="Equation.3">
                  <p:embed/>
                </p:oleObj>
              </mc:Choice>
              <mc:Fallback>
                <p:oleObj r:id="rId3" imgW="1776458" imgH="304536" progId="Equation.3">
                  <p:embed/>
                  <p:pic>
                    <p:nvPicPr>
                      <p:cNvPr id="0" name="对象 461827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4100" y="568325"/>
                        <a:ext cx="4749800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829" name="对象 461828">
            <a:extLst>
              <a:ext uri="{FF2B5EF4-FFF2-40B4-BE49-F238E27FC236}">
                <a16:creationId xmlns:a16="http://schemas.microsoft.com/office/drawing/2014/main" id="{62623B9E-D17E-4AB5-B85F-2C83986E88B7}"/>
              </a:ext>
            </a:extLst>
          </p:cNvPr>
          <p:cNvGraphicFramePr>
            <a:graphicFrameLocks/>
          </p:cNvGraphicFramePr>
          <p:nvPr/>
        </p:nvGraphicFramePr>
        <p:xfrm>
          <a:off x="185738" y="2093913"/>
          <a:ext cx="5349875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3" r:id="rId5" imgW="2055616" imgH="304536" progId="Equation.3">
                  <p:embed/>
                </p:oleObj>
              </mc:Choice>
              <mc:Fallback>
                <p:oleObj r:id="rId5" imgW="2055616" imgH="304536" progId="Equation.3">
                  <p:embed/>
                  <p:pic>
                    <p:nvPicPr>
                      <p:cNvPr id="0" name="对象 461828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738" y="2093913"/>
                        <a:ext cx="5349875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461829">
            <a:extLst>
              <a:ext uri="{FF2B5EF4-FFF2-40B4-BE49-F238E27FC236}">
                <a16:creationId xmlns:a16="http://schemas.microsoft.com/office/drawing/2014/main" id="{920B2448-1B28-43A8-B159-B48CE36BBDEC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1663700"/>
            <a:ext cx="3816350" cy="468313"/>
            <a:chOff x="158" y="1998"/>
            <a:chExt cx="2404" cy="295"/>
          </a:xfrm>
        </p:grpSpPr>
        <p:sp>
          <p:nvSpPr>
            <p:cNvPr id="461831" name="文本框 461830">
              <a:extLst>
                <a:ext uri="{FF2B5EF4-FFF2-40B4-BE49-F238E27FC236}">
                  <a16:creationId xmlns:a16="http://schemas.microsoft.com/office/drawing/2014/main" id="{2AFF215D-A54B-4E15-AF7E-2F18E46D3553}"/>
                </a:ext>
              </a:extLst>
            </p:cNvPr>
            <p:cNvSpPr txBox="1"/>
            <p:nvPr/>
          </p:nvSpPr>
          <p:spPr>
            <a:xfrm>
              <a:off x="1048" y="1998"/>
              <a:ext cx="151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noProof="1"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空间出现的概率</a:t>
              </a:r>
            </a:p>
          </p:txBody>
        </p:sp>
        <p:graphicFrame>
          <p:nvGraphicFramePr>
            <p:cNvPr id="20485" name="对象 461831">
              <a:extLst>
                <a:ext uri="{FF2B5EF4-FFF2-40B4-BE49-F238E27FC236}">
                  <a16:creationId xmlns:a16="http://schemas.microsoft.com/office/drawing/2014/main" id="{4993971E-9FB2-4F75-BBD4-0D7E24EEA9E9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58" y="2024"/>
            <a:ext cx="891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34" r:id="rId7" imgW="672516" imgH="203024" progId="Equation.DSMT4">
                    <p:embed/>
                  </p:oleObj>
                </mc:Choice>
                <mc:Fallback>
                  <p:oleObj r:id="rId7" imgW="672516" imgH="203024" progId="Equation.DSMT4">
                    <p:embed/>
                    <p:pic>
                      <p:nvPicPr>
                        <p:cNvPr id="0" name="对象 46183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" y="2024"/>
                          <a:ext cx="891" cy="2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61835" name="对象 461834">
            <a:extLst>
              <a:ext uri="{FF2B5EF4-FFF2-40B4-BE49-F238E27FC236}">
                <a16:creationId xmlns:a16="http://schemas.microsoft.com/office/drawing/2014/main" id="{C724640D-0F23-41E8-88E5-F7A03B3CB624}"/>
              </a:ext>
            </a:extLst>
          </p:cNvPr>
          <p:cNvGraphicFramePr>
            <a:graphicFrameLocks/>
          </p:cNvGraphicFramePr>
          <p:nvPr/>
        </p:nvGraphicFramePr>
        <p:xfrm>
          <a:off x="509588" y="3111500"/>
          <a:ext cx="2239962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5" r:id="rId9" imgW="875540" imgH="203024" progId="Equation.DSMT4">
                  <p:embed/>
                </p:oleObj>
              </mc:Choice>
              <mc:Fallback>
                <p:oleObj r:id="rId9" imgW="875540" imgH="203024" progId="Equation.DSMT4">
                  <p:embed/>
                  <p:pic>
                    <p:nvPicPr>
                      <p:cNvPr id="0" name="对象 461834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588" y="3111500"/>
                        <a:ext cx="2239962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836" name="对象 461835">
            <a:extLst>
              <a:ext uri="{FF2B5EF4-FFF2-40B4-BE49-F238E27FC236}">
                <a16:creationId xmlns:a16="http://schemas.microsoft.com/office/drawing/2014/main" id="{421874B3-DD4B-4763-A3B9-C12B3CB0EC44}"/>
              </a:ext>
            </a:extLst>
          </p:cNvPr>
          <p:cNvGraphicFramePr>
            <a:graphicFrameLocks/>
          </p:cNvGraphicFramePr>
          <p:nvPr/>
        </p:nvGraphicFramePr>
        <p:xfrm>
          <a:off x="3163888" y="3130550"/>
          <a:ext cx="172720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6" r:id="rId11" imgW="774028" imgH="203024" progId="Equation.3">
                  <p:embed/>
                </p:oleObj>
              </mc:Choice>
              <mc:Fallback>
                <p:oleObj r:id="rId11" imgW="774028" imgH="203024" progId="Equation.3">
                  <p:embed/>
                  <p:pic>
                    <p:nvPicPr>
                      <p:cNvPr id="0" name="对象 461835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3888" y="3130550"/>
                        <a:ext cx="1727200" cy="450850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CCFFFF"/>
                          </a:gs>
                          <a:gs pos="100000">
                            <a:srgbClr val="FFFFFF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461838">
            <a:extLst>
              <a:ext uri="{FF2B5EF4-FFF2-40B4-BE49-F238E27FC236}">
                <a16:creationId xmlns:a16="http://schemas.microsoft.com/office/drawing/2014/main" id="{7F5B716E-8B44-41FD-909A-B1057542D4CD}"/>
              </a:ext>
            </a:extLst>
          </p:cNvPr>
          <p:cNvGrpSpPr>
            <a:grpSpLocks/>
          </p:cNvGrpSpPr>
          <p:nvPr/>
        </p:nvGrpSpPr>
        <p:grpSpPr bwMode="auto">
          <a:xfrm>
            <a:off x="4716463" y="1535113"/>
            <a:ext cx="4267200" cy="3286125"/>
            <a:chOff x="1008" y="810"/>
            <a:chExt cx="2688" cy="2070"/>
          </a:xfrm>
        </p:grpSpPr>
        <p:grpSp>
          <p:nvGrpSpPr>
            <p:cNvPr id="20489" name="组合 461839">
              <a:extLst>
                <a:ext uri="{FF2B5EF4-FFF2-40B4-BE49-F238E27FC236}">
                  <a16:creationId xmlns:a16="http://schemas.microsoft.com/office/drawing/2014/main" id="{9783AD93-6F73-4CB6-8053-D8B90B93D9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3" y="917"/>
              <a:ext cx="2643" cy="1963"/>
              <a:chOff x="192" y="1008"/>
              <a:chExt cx="2256" cy="1872"/>
            </a:xfrm>
          </p:grpSpPr>
          <p:sp>
            <p:nvSpPr>
              <p:cNvPr id="20490" name="直接连接符 461840">
                <a:extLst>
                  <a:ext uri="{FF2B5EF4-FFF2-40B4-BE49-F238E27FC236}">
                    <a16:creationId xmlns:a16="http://schemas.microsoft.com/office/drawing/2014/main" id="{BEEE7C1B-EAB5-4A1B-BC2D-F9164648FE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2" y="2352"/>
                <a:ext cx="15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491" name="直接连接符 461841">
                <a:extLst>
                  <a:ext uri="{FF2B5EF4-FFF2-40B4-BE49-F238E27FC236}">
                    <a16:creationId xmlns:a16="http://schemas.microsoft.com/office/drawing/2014/main" id="{C175271A-D618-4C77-9B51-ED1BA1BFFF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12" y="1008"/>
                <a:ext cx="0" cy="13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492" name="直接连接符 461842">
                <a:extLst>
                  <a:ext uri="{FF2B5EF4-FFF2-40B4-BE49-F238E27FC236}">
                    <a16:creationId xmlns:a16="http://schemas.microsoft.com/office/drawing/2014/main" id="{7642B745-E48F-4BCE-9DD8-1B5BFD88FD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2" y="2352"/>
                <a:ext cx="720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61844" name="文本框 461843">
              <a:extLst>
                <a:ext uri="{FF2B5EF4-FFF2-40B4-BE49-F238E27FC236}">
                  <a16:creationId xmlns:a16="http://schemas.microsoft.com/office/drawing/2014/main" id="{43A1D137-DBF0-43BB-88BD-6CF1F635ABE7}"/>
                </a:ext>
              </a:extLst>
            </p:cNvPr>
            <p:cNvSpPr txBox="1"/>
            <p:nvPr/>
          </p:nvSpPr>
          <p:spPr>
            <a:xfrm>
              <a:off x="1008" y="2437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800" i="1" noProof="1"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461845" name="文本框 461844">
              <a:extLst>
                <a:ext uri="{FF2B5EF4-FFF2-40B4-BE49-F238E27FC236}">
                  <a16:creationId xmlns:a16="http://schemas.microsoft.com/office/drawing/2014/main" id="{793C59D4-E2FB-4B1E-9F94-DDF2E5428685}"/>
                </a:ext>
              </a:extLst>
            </p:cNvPr>
            <p:cNvSpPr txBox="1"/>
            <p:nvPr/>
          </p:nvSpPr>
          <p:spPr>
            <a:xfrm>
              <a:off x="3347" y="1968"/>
              <a:ext cx="21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800" i="1" noProof="1"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y</a:t>
              </a:r>
            </a:p>
          </p:txBody>
        </p:sp>
        <p:sp>
          <p:nvSpPr>
            <p:cNvPr id="461846" name="文本框 461845">
              <a:extLst>
                <a:ext uri="{FF2B5EF4-FFF2-40B4-BE49-F238E27FC236}">
                  <a16:creationId xmlns:a16="http://schemas.microsoft.com/office/drawing/2014/main" id="{610D3A5B-2F3F-4506-8962-A86341BAA879}"/>
                </a:ext>
              </a:extLst>
            </p:cNvPr>
            <p:cNvSpPr txBox="1"/>
            <p:nvPr/>
          </p:nvSpPr>
          <p:spPr>
            <a:xfrm>
              <a:off x="1530" y="810"/>
              <a:ext cx="20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800" i="1" noProof="1">
                  <a:effectLst>
                    <a:outerShdw blurRad="38100" dist="38100" dir="2700000">
                      <a:srgbClr val="C0C0C0"/>
                    </a:outerShdw>
                  </a:effectLst>
                  <a:ea typeface="宋体" panose="02010600030101010101" pitchFamily="2" charset="-122"/>
                </a:rPr>
                <a:t>z</a:t>
              </a:r>
            </a:p>
          </p:txBody>
        </p:sp>
      </p:grpSp>
      <p:grpSp>
        <p:nvGrpSpPr>
          <p:cNvPr id="5" name="组合 461852">
            <a:extLst>
              <a:ext uri="{FF2B5EF4-FFF2-40B4-BE49-F238E27FC236}">
                <a16:creationId xmlns:a16="http://schemas.microsoft.com/office/drawing/2014/main" id="{6EC9B7C5-43D9-4FB2-85F2-B1AE9AE446D7}"/>
              </a:ext>
            </a:extLst>
          </p:cNvPr>
          <p:cNvGrpSpPr>
            <a:grpSpLocks/>
          </p:cNvGrpSpPr>
          <p:nvPr/>
        </p:nvGrpSpPr>
        <p:grpSpPr bwMode="auto">
          <a:xfrm>
            <a:off x="7840663" y="2001838"/>
            <a:ext cx="1219200" cy="573087"/>
            <a:chOff x="4368" y="1200"/>
            <a:chExt cx="768" cy="361"/>
          </a:xfrm>
        </p:grpSpPr>
        <p:graphicFrame>
          <p:nvGraphicFramePr>
            <p:cNvPr id="20497" name="对象 461853">
              <a:extLst>
                <a:ext uri="{FF2B5EF4-FFF2-40B4-BE49-F238E27FC236}">
                  <a16:creationId xmlns:a16="http://schemas.microsoft.com/office/drawing/2014/main" id="{9F4F3D18-2E4B-4ED4-81E3-7B147FD22D08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704" y="1200"/>
            <a:ext cx="432" cy="3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37" r:id="rId13" imgW="190170" imgH="177492" progId="Equation.3">
                    <p:embed/>
                  </p:oleObj>
                </mc:Choice>
                <mc:Fallback>
                  <p:oleObj r:id="rId13" imgW="190170" imgH="177492" progId="Equation.3">
                    <p:embed/>
                    <p:pic>
                      <p:nvPicPr>
                        <p:cNvPr id="0" name="对象 46185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4" y="1200"/>
                          <a:ext cx="432" cy="3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98" name="直接连接符 461854">
              <a:extLst>
                <a:ext uri="{FF2B5EF4-FFF2-40B4-BE49-F238E27FC236}">
                  <a16:creationId xmlns:a16="http://schemas.microsoft.com/office/drawing/2014/main" id="{8B370AFF-9B19-464E-9558-A274443931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8" y="1440"/>
              <a:ext cx="384" cy="96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61860" name="等腰三角形 461859">
            <a:extLst>
              <a:ext uri="{FF2B5EF4-FFF2-40B4-BE49-F238E27FC236}">
                <a16:creationId xmlns:a16="http://schemas.microsoft.com/office/drawing/2014/main" id="{A763DE91-7D8D-4739-8A3C-D742EAABD4AB}"/>
              </a:ext>
            </a:extLst>
          </p:cNvPr>
          <p:cNvSpPr>
            <a:spLocks noChangeArrowheads="1"/>
          </p:cNvSpPr>
          <p:nvPr/>
        </p:nvSpPr>
        <p:spPr bwMode="auto">
          <a:xfrm rot="-4576723">
            <a:off x="6580188" y="3668713"/>
            <a:ext cx="127000" cy="806450"/>
          </a:xfrm>
          <a:prstGeom prst="triangle">
            <a:avLst>
              <a:gd name="adj" fmla="val 50000"/>
            </a:avLst>
          </a:prstGeom>
          <a:solidFill>
            <a:srgbClr val="FF3300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50000"/>
              </a:spcBef>
            </a:pPr>
            <a:endParaRPr lang="zh-CN" altLang="en-US">
              <a:ea typeface="黑体" panose="02010609060101010101" pitchFamily="49" charset="-122"/>
            </a:endParaRPr>
          </a:p>
        </p:txBody>
      </p:sp>
      <p:grpSp>
        <p:nvGrpSpPr>
          <p:cNvPr id="6" name="组合 461860">
            <a:extLst>
              <a:ext uri="{FF2B5EF4-FFF2-40B4-BE49-F238E27FC236}">
                <a16:creationId xmlns:a16="http://schemas.microsoft.com/office/drawing/2014/main" id="{BD2893B4-224A-496F-B994-0D1ADEB07A2E}"/>
              </a:ext>
            </a:extLst>
          </p:cNvPr>
          <p:cNvGrpSpPr>
            <a:grpSpLocks/>
          </p:cNvGrpSpPr>
          <p:nvPr/>
        </p:nvGrpSpPr>
        <p:grpSpPr bwMode="auto">
          <a:xfrm>
            <a:off x="6157913" y="2078038"/>
            <a:ext cx="2292350" cy="1863725"/>
            <a:chOff x="1916" y="1152"/>
            <a:chExt cx="1444" cy="1174"/>
          </a:xfrm>
        </p:grpSpPr>
        <p:grpSp>
          <p:nvGrpSpPr>
            <p:cNvPr id="20501" name="组合 461861">
              <a:extLst>
                <a:ext uri="{FF2B5EF4-FFF2-40B4-BE49-F238E27FC236}">
                  <a16:creationId xmlns:a16="http://schemas.microsoft.com/office/drawing/2014/main" id="{5D6BF765-6960-423B-B74B-E7D9200982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16" y="1152"/>
              <a:ext cx="1444" cy="1174"/>
              <a:chOff x="1916" y="1152"/>
              <a:chExt cx="1444" cy="1174"/>
            </a:xfrm>
          </p:grpSpPr>
          <p:graphicFrame>
            <p:nvGraphicFramePr>
              <p:cNvPr id="20502" name="对象 461862">
                <a:extLst>
                  <a:ext uri="{FF2B5EF4-FFF2-40B4-BE49-F238E27FC236}">
                    <a16:creationId xmlns:a16="http://schemas.microsoft.com/office/drawing/2014/main" id="{849A3DDC-BC1C-43D6-AAFB-EE6FA02A282E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2928" y="1536"/>
              <a:ext cx="432" cy="36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538" r:id="rId15" imgW="190170" imgH="177492" progId="Equation.3">
                      <p:embed/>
                    </p:oleObj>
                  </mc:Choice>
                  <mc:Fallback>
                    <p:oleObj r:id="rId15" imgW="190170" imgH="177492" progId="Equation.3">
                      <p:embed/>
                      <p:pic>
                        <p:nvPicPr>
                          <p:cNvPr id="0" name="对象 461862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28" y="1536"/>
                            <a:ext cx="432" cy="36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503" name="对象 461863">
                <a:extLst>
                  <a:ext uri="{FF2B5EF4-FFF2-40B4-BE49-F238E27FC236}">
                    <a16:creationId xmlns:a16="http://schemas.microsoft.com/office/drawing/2014/main" id="{C226D3EF-E7E0-443B-9F2B-67602528760D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2576" y="1776"/>
              <a:ext cx="304" cy="3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539" r:id="rId17" imgW="114052" imgH="126725" progId="Equation.3">
                      <p:embed/>
                    </p:oleObj>
                  </mc:Choice>
                  <mc:Fallback>
                    <p:oleObj r:id="rId17" imgW="114052" imgH="126725" progId="Equation.3">
                      <p:embed/>
                      <p:pic>
                        <p:nvPicPr>
                          <p:cNvPr id="0" name="对象 461863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76" y="1776"/>
                            <a:ext cx="304" cy="30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504" name="直接连接符 461864">
                <a:extLst>
                  <a:ext uri="{FF2B5EF4-FFF2-40B4-BE49-F238E27FC236}">
                    <a16:creationId xmlns:a16="http://schemas.microsoft.com/office/drawing/2014/main" id="{1BC325DC-345E-4FF5-8B39-28150A174F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16" y="1152"/>
                <a:ext cx="1156" cy="117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05" name="直接连接符 461865">
                <a:extLst>
                  <a:ext uri="{FF2B5EF4-FFF2-40B4-BE49-F238E27FC236}">
                    <a16:creationId xmlns:a16="http://schemas.microsoft.com/office/drawing/2014/main" id="{C5CF4836-1369-4A9D-8410-2F89B8E994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20" y="1248"/>
                <a:ext cx="1152" cy="105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06" name="直接连接符 461866">
                <a:extLst>
                  <a:ext uri="{FF2B5EF4-FFF2-40B4-BE49-F238E27FC236}">
                    <a16:creationId xmlns:a16="http://schemas.microsoft.com/office/drawing/2014/main" id="{D5DD718D-B71A-4C0A-A443-4828701450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20" y="1440"/>
                <a:ext cx="1296" cy="86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07" name="直接连接符 461867">
                <a:extLst>
                  <a:ext uri="{FF2B5EF4-FFF2-40B4-BE49-F238E27FC236}">
                    <a16:creationId xmlns:a16="http://schemas.microsoft.com/office/drawing/2014/main" id="{87BEACFB-4937-4060-9D96-E8871C05CC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20" y="1344"/>
                <a:ext cx="1296" cy="96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508" name="组合 461868">
              <a:extLst>
                <a:ext uri="{FF2B5EF4-FFF2-40B4-BE49-F238E27FC236}">
                  <a16:creationId xmlns:a16="http://schemas.microsoft.com/office/drawing/2014/main" id="{62006613-68F0-4158-8772-CE7CAD0F43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84" y="1296"/>
              <a:ext cx="240" cy="384"/>
              <a:chOff x="2784" y="1296"/>
              <a:chExt cx="240" cy="384"/>
            </a:xfrm>
          </p:grpSpPr>
          <p:grpSp>
            <p:nvGrpSpPr>
              <p:cNvPr id="20509" name="组合 461869">
                <a:extLst>
                  <a:ext uri="{FF2B5EF4-FFF2-40B4-BE49-F238E27FC236}">
                    <a16:creationId xmlns:a16="http://schemas.microsoft.com/office/drawing/2014/main" id="{DAE4F003-B9E6-4EF8-B1EC-ED48082C410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634416">
                <a:off x="2784" y="1397"/>
                <a:ext cx="141" cy="283"/>
                <a:chOff x="2784" y="1440"/>
                <a:chExt cx="96" cy="240"/>
              </a:xfrm>
            </p:grpSpPr>
            <p:sp>
              <p:nvSpPr>
                <p:cNvPr id="20510" name="直接连接符 461870">
                  <a:extLst>
                    <a:ext uri="{FF2B5EF4-FFF2-40B4-BE49-F238E27FC236}">
                      <a16:creationId xmlns:a16="http://schemas.microsoft.com/office/drawing/2014/main" id="{490634DA-6D7B-4866-BB25-BBD8807C63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2784" y="1440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rgbClr val="0066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511" name="直接连接符 461871">
                  <a:extLst>
                    <a:ext uri="{FF2B5EF4-FFF2-40B4-BE49-F238E27FC236}">
                      <a16:creationId xmlns:a16="http://schemas.microsoft.com/office/drawing/2014/main" id="{9F31CC59-8F8A-4F10-81B5-845E6C7124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84" y="1536"/>
                  <a:ext cx="96" cy="144"/>
                </a:xfrm>
                <a:prstGeom prst="line">
                  <a:avLst/>
                </a:prstGeom>
                <a:noFill/>
                <a:ln w="28575">
                  <a:solidFill>
                    <a:srgbClr val="0066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512" name="直接连接符 461872">
                  <a:extLst>
                    <a:ext uri="{FF2B5EF4-FFF2-40B4-BE49-F238E27FC236}">
                      <a16:creationId xmlns:a16="http://schemas.microsoft.com/office/drawing/2014/main" id="{1CE534EA-E349-4BD0-B9DD-2EA69677C5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84" y="1440"/>
                  <a:ext cx="96" cy="144"/>
                </a:xfrm>
                <a:prstGeom prst="line">
                  <a:avLst/>
                </a:prstGeom>
                <a:noFill/>
                <a:ln w="28575">
                  <a:solidFill>
                    <a:srgbClr val="0066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513" name="直接连接符 461873">
                  <a:extLst>
                    <a:ext uri="{FF2B5EF4-FFF2-40B4-BE49-F238E27FC236}">
                      <a16:creationId xmlns:a16="http://schemas.microsoft.com/office/drawing/2014/main" id="{63737371-4FFB-42B0-A9ED-609F3A641A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80" y="1584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rgbClr val="0066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514" name="组合 461874">
                <a:extLst>
                  <a:ext uri="{FF2B5EF4-FFF2-40B4-BE49-F238E27FC236}">
                    <a16:creationId xmlns:a16="http://schemas.microsoft.com/office/drawing/2014/main" id="{40A38F4B-40AE-4C2F-9305-17F9DA3CD56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176524">
                <a:off x="2926" y="1296"/>
                <a:ext cx="98" cy="283"/>
                <a:chOff x="2784" y="1440"/>
                <a:chExt cx="96" cy="240"/>
              </a:xfrm>
            </p:grpSpPr>
            <p:sp>
              <p:nvSpPr>
                <p:cNvPr id="20515" name="直接连接符 461875">
                  <a:extLst>
                    <a:ext uri="{FF2B5EF4-FFF2-40B4-BE49-F238E27FC236}">
                      <a16:creationId xmlns:a16="http://schemas.microsoft.com/office/drawing/2014/main" id="{4E0D9CBC-B9FE-4338-8EF4-CBA54B3DC2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2784" y="1440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rgbClr val="0066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516" name="直接连接符 461876">
                  <a:extLst>
                    <a:ext uri="{FF2B5EF4-FFF2-40B4-BE49-F238E27FC236}">
                      <a16:creationId xmlns:a16="http://schemas.microsoft.com/office/drawing/2014/main" id="{23838049-F2AD-41E2-8F8D-C72F44E090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84" y="1536"/>
                  <a:ext cx="96" cy="144"/>
                </a:xfrm>
                <a:prstGeom prst="line">
                  <a:avLst/>
                </a:prstGeom>
                <a:noFill/>
                <a:ln w="28575">
                  <a:solidFill>
                    <a:srgbClr val="0066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517" name="直接连接符 461877">
                  <a:extLst>
                    <a:ext uri="{FF2B5EF4-FFF2-40B4-BE49-F238E27FC236}">
                      <a16:creationId xmlns:a16="http://schemas.microsoft.com/office/drawing/2014/main" id="{980F2F8A-16AA-4838-8E31-7045368BB5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84" y="1440"/>
                  <a:ext cx="96" cy="144"/>
                </a:xfrm>
                <a:prstGeom prst="line">
                  <a:avLst/>
                </a:prstGeom>
                <a:noFill/>
                <a:ln w="28575">
                  <a:solidFill>
                    <a:srgbClr val="0066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518" name="直接连接符 461878">
                  <a:extLst>
                    <a:ext uri="{FF2B5EF4-FFF2-40B4-BE49-F238E27FC236}">
                      <a16:creationId xmlns:a16="http://schemas.microsoft.com/office/drawing/2014/main" id="{B5E078E3-FC58-4BC8-A8E1-4CEE29A600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80" y="1584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rgbClr val="0066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11" name="组合 461879">
            <a:extLst>
              <a:ext uri="{FF2B5EF4-FFF2-40B4-BE49-F238E27FC236}">
                <a16:creationId xmlns:a16="http://schemas.microsoft.com/office/drawing/2014/main" id="{57882726-6A31-404D-A059-E879E325EB66}"/>
              </a:ext>
            </a:extLst>
          </p:cNvPr>
          <p:cNvGrpSpPr>
            <a:grpSpLocks/>
          </p:cNvGrpSpPr>
          <p:nvPr/>
        </p:nvGrpSpPr>
        <p:grpSpPr bwMode="auto">
          <a:xfrm>
            <a:off x="6134100" y="2154238"/>
            <a:ext cx="1630363" cy="2332037"/>
            <a:chOff x="1916" y="1219"/>
            <a:chExt cx="1027" cy="1421"/>
          </a:xfrm>
        </p:grpSpPr>
        <p:sp>
          <p:nvSpPr>
            <p:cNvPr id="20520" name="直接连接符 461880">
              <a:extLst>
                <a:ext uri="{FF2B5EF4-FFF2-40B4-BE49-F238E27FC236}">
                  <a16:creationId xmlns:a16="http://schemas.microsoft.com/office/drawing/2014/main" id="{D7C0DAD3-9641-40A5-BDE8-59A24B0852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916" y="1219"/>
              <a:ext cx="868" cy="2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1" name="直接连接符 461881">
              <a:extLst>
                <a:ext uri="{FF2B5EF4-FFF2-40B4-BE49-F238E27FC236}">
                  <a16:creationId xmlns:a16="http://schemas.microsoft.com/office/drawing/2014/main" id="{22A1B34F-3DFE-4DAF-8756-8313DF25F8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6" y="1219"/>
              <a:ext cx="916" cy="1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2" name="直接连接符 461882">
              <a:extLst>
                <a:ext uri="{FF2B5EF4-FFF2-40B4-BE49-F238E27FC236}">
                  <a16:creationId xmlns:a16="http://schemas.microsoft.com/office/drawing/2014/main" id="{251C9C3F-2AEF-4D5C-A192-8AB170AFB5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940" y="2298"/>
              <a:ext cx="940" cy="3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3" name="直接连接符 461883">
              <a:extLst>
                <a:ext uri="{FF2B5EF4-FFF2-40B4-BE49-F238E27FC236}">
                  <a16:creationId xmlns:a16="http://schemas.microsoft.com/office/drawing/2014/main" id="{8C040E87-D994-4448-9F86-7C833A5654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7" y="2306"/>
              <a:ext cx="1016" cy="19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4" name="直接连接符 461884">
              <a:extLst>
                <a:ext uri="{FF2B5EF4-FFF2-40B4-BE49-F238E27FC236}">
                  <a16:creationId xmlns:a16="http://schemas.microsoft.com/office/drawing/2014/main" id="{225533D6-54EA-473F-8A20-38836F3D15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680"/>
              <a:ext cx="0" cy="9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5" name="直接连接符 461885">
              <a:extLst>
                <a:ext uri="{FF2B5EF4-FFF2-40B4-BE49-F238E27FC236}">
                  <a16:creationId xmlns:a16="http://schemas.microsoft.com/office/drawing/2014/main" id="{70380D3E-C92E-49B4-A4B9-C1D4A16D90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632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61887" name="文本框 461886">
            <a:extLst>
              <a:ext uri="{FF2B5EF4-FFF2-40B4-BE49-F238E27FC236}">
                <a16:creationId xmlns:a16="http://schemas.microsoft.com/office/drawing/2014/main" id="{3A05F91B-14EA-4737-A1FB-7BBE7B80AFE0}"/>
              </a:ext>
            </a:extLst>
          </p:cNvPr>
          <p:cNvSpPr txBox="1"/>
          <p:nvPr/>
        </p:nvSpPr>
        <p:spPr>
          <a:xfrm>
            <a:off x="192088" y="44450"/>
            <a:ext cx="9059862" cy="530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  <a:defRPr/>
            </a:pPr>
            <a:r>
              <a:rPr lang="zh-CN" altLang="en-US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电子在空间 的概率密度分布函数为</a:t>
            </a:r>
          </a:p>
        </p:txBody>
      </p:sp>
      <p:sp>
        <p:nvSpPr>
          <p:cNvPr id="461888" name="文本框 461887">
            <a:extLst>
              <a:ext uri="{FF2B5EF4-FFF2-40B4-BE49-F238E27FC236}">
                <a16:creationId xmlns:a16="http://schemas.microsoft.com/office/drawing/2014/main" id="{5B69B14C-85E8-4413-8FAE-87C7DED9449B}"/>
              </a:ext>
            </a:extLst>
          </p:cNvPr>
          <p:cNvSpPr txBox="1"/>
          <p:nvPr/>
        </p:nvSpPr>
        <p:spPr>
          <a:xfrm>
            <a:off x="6442075" y="1144588"/>
            <a:ext cx="2106613" cy="519112"/>
          </a:xfrm>
          <a:prstGeom prst="rect">
            <a:avLst/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  <a:tileRect/>
          </a:gra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80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d</a:t>
            </a:r>
            <a:r>
              <a:rPr lang="en-US" altLang="zh-CN" sz="280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 = dS /r</a:t>
            </a:r>
            <a:r>
              <a:rPr lang="en-US" altLang="zh-CN" sz="2800" baseline="3000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endParaRPr lang="en-US" altLang="zh-CN" sz="2800" noProof="1"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423938" name="文本框 423937">
            <a:extLst>
              <a:ext uri="{FF2B5EF4-FFF2-40B4-BE49-F238E27FC236}">
                <a16:creationId xmlns:a16="http://schemas.microsoft.com/office/drawing/2014/main" id="{4DB203E7-24C3-4172-B137-ED9DCB8D00C0}"/>
              </a:ext>
            </a:extLst>
          </p:cNvPr>
          <p:cNvSpPr txBox="1"/>
          <p:nvPr/>
        </p:nvSpPr>
        <p:spPr>
          <a:xfrm>
            <a:off x="215900" y="3868738"/>
            <a:ext cx="45005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Clr>
                <a:schemeClr val="accent2"/>
              </a:buClr>
              <a:defRPr/>
            </a:pPr>
            <a:r>
              <a:rPr lang="zh-CN" altLang="en-US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由波函数的归一化条件</a:t>
            </a:r>
            <a:r>
              <a:rPr lang="en-US" altLang="zh-CN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:</a:t>
            </a:r>
          </a:p>
        </p:txBody>
      </p:sp>
      <p:graphicFrame>
        <p:nvGraphicFramePr>
          <p:cNvPr id="423939" name="对象 423938">
            <a:extLst>
              <a:ext uri="{FF2B5EF4-FFF2-40B4-BE49-F238E27FC236}">
                <a16:creationId xmlns:a16="http://schemas.microsoft.com/office/drawing/2014/main" id="{4CBD9F5C-EEC0-46A0-907B-9E6DD8DA7FE8}"/>
              </a:ext>
            </a:extLst>
          </p:cNvPr>
          <p:cNvGraphicFramePr>
            <a:graphicFrameLocks/>
          </p:cNvGraphicFramePr>
          <p:nvPr/>
        </p:nvGraphicFramePr>
        <p:xfrm>
          <a:off x="250825" y="4560888"/>
          <a:ext cx="3049588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0" r:id="rId19" imgW="1917360" imgH="583920" progId="Equation.DSMT4">
                  <p:embed/>
                </p:oleObj>
              </mc:Choice>
              <mc:Fallback>
                <p:oleObj r:id="rId19" imgW="1917360" imgH="583920" progId="Equation.DSMT4">
                  <p:embed/>
                  <p:pic>
                    <p:nvPicPr>
                      <p:cNvPr id="0" name="对象 423938"/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4560888"/>
                        <a:ext cx="3049588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53FE9A98-FCC6-45DE-BCE5-CFD04CCF45C2}"/>
              </a:ext>
            </a:extLst>
          </p:cNvPr>
          <p:cNvGraphicFramePr>
            <a:graphicFrameLocks/>
          </p:cNvGraphicFramePr>
          <p:nvPr/>
        </p:nvGraphicFramePr>
        <p:xfrm>
          <a:off x="252413" y="5589588"/>
          <a:ext cx="4281487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1" r:id="rId21" imgW="2692080" imgH="660240" progId="Equation.DSMT4">
                  <p:embed/>
                </p:oleObj>
              </mc:Choice>
              <mc:Fallback>
                <p:oleObj r:id="rId21" imgW="2692080" imgH="660240" progId="Equation.DSMT4">
                  <p:embed/>
                  <p:pic>
                    <p:nvPicPr>
                      <p:cNvPr id="0" name="对象 3"/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413" y="5589588"/>
                        <a:ext cx="4281487" cy="906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0DC7B60D-59E6-45FE-909E-09F7DF1D66A1}"/>
              </a:ext>
            </a:extLst>
          </p:cNvPr>
          <p:cNvGraphicFramePr>
            <a:graphicFrameLocks/>
          </p:cNvGraphicFramePr>
          <p:nvPr/>
        </p:nvGraphicFramePr>
        <p:xfrm>
          <a:off x="4572000" y="5567363"/>
          <a:ext cx="4546600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2" r:id="rId23" imgW="2857320" imgH="685800" progId="Equation.DSMT4">
                  <p:embed/>
                </p:oleObj>
              </mc:Choice>
              <mc:Fallback>
                <p:oleObj r:id="rId23" imgW="2857320" imgH="685800" progId="Equation.DSMT4">
                  <p:embed/>
                  <p:pic>
                    <p:nvPicPr>
                      <p:cNvPr id="0" name="对象 6"/>
                      <p:cNvPicPr>
                        <a:picLocks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567363"/>
                        <a:ext cx="4546600" cy="941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1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461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61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61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461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461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423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423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1888" grpId="0" bldLvl="0" animBg="1"/>
      <p:bldP spid="42393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3940" name="对象 423939">
            <a:extLst>
              <a:ext uri="{FF2B5EF4-FFF2-40B4-BE49-F238E27FC236}">
                <a16:creationId xmlns:a16="http://schemas.microsoft.com/office/drawing/2014/main" id="{9CF653D8-5BF8-4770-B65F-9B886B12B4BB}"/>
              </a:ext>
            </a:extLst>
          </p:cNvPr>
          <p:cNvGraphicFramePr>
            <a:graphicFrameLocks/>
          </p:cNvGraphicFramePr>
          <p:nvPr/>
        </p:nvGraphicFramePr>
        <p:xfrm>
          <a:off x="1587500" y="263525"/>
          <a:ext cx="2447925" cy="104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5" r:id="rId3" imgW="1574800" imgH="685800" progId="Equation.DSMT4">
                  <p:embed/>
                </p:oleObj>
              </mc:Choice>
              <mc:Fallback>
                <p:oleObj r:id="rId3" imgW="1574800" imgH="685800" progId="Equation.DSMT4">
                  <p:embed/>
                  <p:pic>
                    <p:nvPicPr>
                      <p:cNvPr id="0" name="对象 423939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500" y="263525"/>
                        <a:ext cx="2447925" cy="1046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941" name="对象 423940">
            <a:extLst>
              <a:ext uri="{FF2B5EF4-FFF2-40B4-BE49-F238E27FC236}">
                <a16:creationId xmlns:a16="http://schemas.microsoft.com/office/drawing/2014/main" id="{2099C98F-5BC4-4EA6-8381-8DCC0A9CDA73}"/>
              </a:ext>
            </a:extLst>
          </p:cNvPr>
          <p:cNvGraphicFramePr>
            <a:graphicFrameLocks/>
          </p:cNvGraphicFramePr>
          <p:nvPr/>
        </p:nvGraphicFramePr>
        <p:xfrm>
          <a:off x="4872038" y="236538"/>
          <a:ext cx="2936875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6" r:id="rId5" imgW="1879600" imgH="685800" progId="Equation.3">
                  <p:embed/>
                </p:oleObj>
              </mc:Choice>
              <mc:Fallback>
                <p:oleObj r:id="rId5" imgW="1879600" imgH="685800" progId="Equation.3">
                  <p:embed/>
                  <p:pic>
                    <p:nvPicPr>
                      <p:cNvPr id="0" name="对象 423940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2038" y="236538"/>
                        <a:ext cx="2936875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3942" name="文本框 423941">
            <a:extLst>
              <a:ext uri="{FF2B5EF4-FFF2-40B4-BE49-F238E27FC236}">
                <a16:creationId xmlns:a16="http://schemas.microsoft.com/office/drawing/2014/main" id="{F1A9DA0E-240D-4C05-9B23-F039FD1D6209}"/>
              </a:ext>
            </a:extLst>
          </p:cNvPr>
          <p:cNvSpPr txBox="1"/>
          <p:nvPr/>
        </p:nvSpPr>
        <p:spPr>
          <a:xfrm>
            <a:off x="493713" y="492125"/>
            <a:ext cx="12160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zh-CN" altLang="en-US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要求</a:t>
            </a:r>
            <a:r>
              <a:rPr lang="en-US" altLang="zh-CN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:</a:t>
            </a:r>
          </a:p>
        </p:txBody>
      </p:sp>
      <p:graphicFrame>
        <p:nvGraphicFramePr>
          <p:cNvPr id="424964" name="内容占位符 424963">
            <a:extLst>
              <a:ext uri="{FF2B5EF4-FFF2-40B4-BE49-F238E27FC236}">
                <a16:creationId xmlns:a16="http://schemas.microsoft.com/office/drawing/2014/main" id="{8B575FA6-C070-451A-9036-690DCDFD5429}"/>
              </a:ext>
            </a:extLst>
          </p:cNvPr>
          <p:cNvGraphicFramePr>
            <a:graphicFrameLocks noGrp="1"/>
          </p:cNvGraphicFramePr>
          <p:nvPr>
            <p:ph sz="quarter" idx="4294967295"/>
          </p:nvPr>
        </p:nvGraphicFramePr>
        <p:xfrm>
          <a:off x="330200" y="5387975"/>
          <a:ext cx="3240088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7" r:id="rId7" imgW="1828007" imgH="495085" progId="Equation.DSMT4">
                  <p:embed/>
                </p:oleObj>
              </mc:Choice>
              <mc:Fallback>
                <p:oleObj r:id="rId7" imgW="1828007" imgH="495085" progId="Equation.DSMT4">
                  <p:embed/>
                  <p:pic>
                    <p:nvPicPr>
                      <p:cNvPr id="0" name="内容占位符 424963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200" y="5387975"/>
                        <a:ext cx="3240088" cy="78422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4985" name="矩形 424984">
            <a:extLst>
              <a:ext uri="{FF2B5EF4-FFF2-40B4-BE49-F238E27FC236}">
                <a16:creationId xmlns:a16="http://schemas.microsoft.com/office/drawing/2014/main" id="{D3E7DC94-25A2-4BED-ABFF-77E45FECAECB}"/>
              </a:ext>
            </a:extLst>
          </p:cNvPr>
          <p:cNvSpPr/>
          <p:nvPr/>
        </p:nvSpPr>
        <p:spPr>
          <a:xfrm>
            <a:off x="330200" y="4856163"/>
            <a:ext cx="2932113" cy="36988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marL="342900" indent="-342900">
              <a:buFont typeface="Wingdings" panose="05000000000000000000" charset="0"/>
              <a:buChar char="Ø"/>
              <a:defRPr/>
            </a:pPr>
            <a:r>
              <a:rPr lang="zh-CN" altLang="en-US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角向分布概率密度</a:t>
            </a:r>
          </a:p>
        </p:txBody>
      </p:sp>
      <p:sp>
        <p:nvSpPr>
          <p:cNvPr id="464931" name="矩形 464930">
            <a:extLst>
              <a:ext uri="{FF2B5EF4-FFF2-40B4-BE49-F238E27FC236}">
                <a16:creationId xmlns:a16="http://schemas.microsoft.com/office/drawing/2014/main" id="{DB4063F5-0587-464A-BC79-83BAEBE73FA9}"/>
              </a:ext>
            </a:extLst>
          </p:cNvPr>
          <p:cNvSpPr/>
          <p:nvPr/>
        </p:nvSpPr>
        <p:spPr>
          <a:xfrm>
            <a:off x="258763" y="2019300"/>
            <a:ext cx="2914650" cy="36988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marL="342900" indent="-342900">
              <a:buFont typeface="Wingdings" panose="05000000000000000000" charset="0"/>
              <a:buChar char="Ø"/>
              <a:defRPr/>
            </a:pPr>
            <a:r>
              <a:rPr lang="zh-CN" altLang="en-US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径向分布概率密度</a:t>
            </a:r>
            <a:endParaRPr lang="zh-CN" altLang="en-US" sz="3100" noProof="1">
              <a:solidFill>
                <a:srgbClr val="CC3300"/>
              </a:solidFill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graphicFrame>
        <p:nvGraphicFramePr>
          <p:cNvPr id="464932" name="对象 464931">
            <a:extLst>
              <a:ext uri="{FF2B5EF4-FFF2-40B4-BE49-F238E27FC236}">
                <a16:creationId xmlns:a16="http://schemas.microsoft.com/office/drawing/2014/main" id="{05A68E16-9A0A-41CA-81FD-30EB5C83B656}"/>
              </a:ext>
            </a:extLst>
          </p:cNvPr>
          <p:cNvGraphicFramePr>
            <a:graphicFrameLocks/>
          </p:cNvGraphicFramePr>
          <p:nvPr/>
        </p:nvGraphicFramePr>
        <p:xfrm>
          <a:off x="617538" y="2430463"/>
          <a:ext cx="3000375" cy="68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8" r:id="rId9" imgW="1662978" imgH="431613" progId="Equation.3">
                  <p:embed/>
                </p:oleObj>
              </mc:Choice>
              <mc:Fallback>
                <p:oleObj r:id="rId9" imgW="1662978" imgH="431613" progId="Equation.3">
                  <p:embed/>
                  <p:pic>
                    <p:nvPicPr>
                      <p:cNvPr id="0" name="对象 464931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538" y="2430463"/>
                        <a:ext cx="3000375" cy="684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4920" name="文本框 464919">
            <a:extLst>
              <a:ext uri="{FF2B5EF4-FFF2-40B4-BE49-F238E27FC236}">
                <a16:creationId xmlns:a16="http://schemas.microsoft.com/office/drawing/2014/main" id="{2D24068B-B812-4BC2-B0CD-9C06A401CFED}"/>
              </a:ext>
            </a:extLst>
          </p:cNvPr>
          <p:cNvSpPr txBox="1"/>
          <p:nvPr/>
        </p:nvSpPr>
        <p:spPr>
          <a:xfrm>
            <a:off x="152400" y="1384300"/>
            <a:ext cx="623411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zh-CN" altLang="en-US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电子出现在（</a:t>
            </a:r>
            <a:r>
              <a:rPr lang="en-US" altLang="zh-CN" i="1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r</a:t>
            </a:r>
            <a:r>
              <a:rPr lang="zh-CN" altLang="en-US" i="1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～ </a:t>
            </a:r>
            <a:r>
              <a:rPr lang="en-US" altLang="zh-CN" i="1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r</a:t>
            </a:r>
            <a:r>
              <a:rPr lang="en-US" altLang="zh-CN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+</a:t>
            </a:r>
            <a:r>
              <a:rPr lang="en-US" altLang="zh-CN" i="1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dr</a:t>
            </a:r>
            <a:r>
              <a:rPr lang="zh-CN" altLang="en-US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）的球壳层内的概率</a:t>
            </a:r>
            <a:r>
              <a:rPr lang="en-US" altLang="zh-CN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:</a:t>
            </a:r>
          </a:p>
        </p:txBody>
      </p:sp>
      <p:graphicFrame>
        <p:nvGraphicFramePr>
          <p:cNvPr id="464929" name="对象 464928">
            <a:extLst>
              <a:ext uri="{FF2B5EF4-FFF2-40B4-BE49-F238E27FC236}">
                <a16:creationId xmlns:a16="http://schemas.microsoft.com/office/drawing/2014/main" id="{00A85B1A-FD17-41B9-9A6A-E2E7B76D775E}"/>
              </a:ext>
            </a:extLst>
          </p:cNvPr>
          <p:cNvGraphicFramePr>
            <a:graphicFrameLocks/>
          </p:cNvGraphicFramePr>
          <p:nvPr/>
        </p:nvGraphicFramePr>
        <p:xfrm>
          <a:off x="6580188" y="1273175"/>
          <a:ext cx="2092325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9" r:id="rId11" imgW="1168200" imgH="431640" progId="Equation.3">
                  <p:embed/>
                </p:oleObj>
              </mc:Choice>
              <mc:Fallback>
                <p:oleObj r:id="rId11" imgW="1168200" imgH="431640" progId="Equation.3">
                  <p:embed/>
                  <p:pic>
                    <p:nvPicPr>
                      <p:cNvPr id="0" name="对象 464928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0188" y="1273175"/>
                        <a:ext cx="2092325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4969" name="文本框 424968">
            <a:extLst>
              <a:ext uri="{FF2B5EF4-FFF2-40B4-BE49-F238E27FC236}">
                <a16:creationId xmlns:a16="http://schemas.microsoft.com/office/drawing/2014/main" id="{94BA490E-08CA-4C4C-BC11-EE10B945ACDF}"/>
              </a:ext>
            </a:extLst>
          </p:cNvPr>
          <p:cNvSpPr txBox="1"/>
          <p:nvPr/>
        </p:nvSpPr>
        <p:spPr>
          <a:xfrm>
            <a:off x="207963" y="3844925"/>
            <a:ext cx="4392612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zh-CN" altLang="en-US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电子出现在</a:t>
            </a:r>
            <a:r>
              <a:rPr lang="zh-CN" altLang="en-US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立体角</a:t>
            </a:r>
            <a:r>
              <a:rPr lang="en-US" altLang="zh-CN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d</a:t>
            </a:r>
            <a:r>
              <a:rPr lang="en-US" altLang="zh-CN" i="1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</a:t>
            </a:r>
            <a:r>
              <a:rPr lang="zh-CN" altLang="en-US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内的概率</a:t>
            </a:r>
            <a:r>
              <a:rPr lang="en-US" altLang="zh-CN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:</a:t>
            </a:r>
            <a:endParaRPr lang="en-US" altLang="zh-CN" i="1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424970" name="对象 424969">
            <a:extLst>
              <a:ext uri="{FF2B5EF4-FFF2-40B4-BE49-F238E27FC236}">
                <a16:creationId xmlns:a16="http://schemas.microsoft.com/office/drawing/2014/main" id="{F612ABC1-A303-4FAC-82A9-0BF369DA0910}"/>
              </a:ext>
            </a:extLst>
          </p:cNvPr>
          <p:cNvGraphicFramePr>
            <a:graphicFrameLocks/>
          </p:cNvGraphicFramePr>
          <p:nvPr/>
        </p:nvGraphicFramePr>
        <p:xfrm>
          <a:off x="4805363" y="3613150"/>
          <a:ext cx="195580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0" r:id="rId13" imgW="1320227" imgH="495085" progId="Equation.DSMT4">
                  <p:embed/>
                </p:oleObj>
              </mc:Choice>
              <mc:Fallback>
                <p:oleObj r:id="rId13" imgW="1320227" imgH="495085" progId="Equation.DSMT4">
                  <p:embed/>
                  <p:pic>
                    <p:nvPicPr>
                      <p:cNvPr id="0" name="对象 424969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5363" y="3613150"/>
                        <a:ext cx="1955800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01BEDC01-AD77-4BBD-8343-75F8135C0F73}"/>
              </a:ext>
            </a:extLst>
          </p:cNvPr>
          <p:cNvGrpSpPr>
            <a:grpSpLocks/>
          </p:cNvGrpSpPr>
          <p:nvPr/>
        </p:nvGrpSpPr>
        <p:grpSpPr bwMode="auto">
          <a:xfrm>
            <a:off x="3595688" y="4718050"/>
            <a:ext cx="5432425" cy="1873250"/>
            <a:chOff x="237" y="436"/>
            <a:chExt cx="5328" cy="1683"/>
          </a:xfrm>
        </p:grpSpPr>
        <p:pic>
          <p:nvPicPr>
            <p:cNvPr id="21517" name="Picture 5">
              <a:extLst>
                <a:ext uri="{FF2B5EF4-FFF2-40B4-BE49-F238E27FC236}">
                  <a16:creationId xmlns:a16="http://schemas.microsoft.com/office/drawing/2014/main" id="{FADD6DF7-D7C5-4995-9D37-146FCB6091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09" y="535"/>
              <a:ext cx="1601" cy="158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18" name="Line 6">
              <a:extLst>
                <a:ext uri="{FF2B5EF4-FFF2-40B4-BE49-F238E27FC236}">
                  <a16:creationId xmlns:a16="http://schemas.microsoft.com/office/drawing/2014/main" id="{5E95A147-9668-4C69-9316-3BA1E1F40A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09" y="527"/>
              <a:ext cx="3" cy="35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21519" name="Picture 7">
              <a:extLst>
                <a:ext uri="{FF2B5EF4-FFF2-40B4-BE49-F238E27FC236}">
                  <a16:creationId xmlns:a16="http://schemas.microsoft.com/office/drawing/2014/main" id="{56AB785D-A99C-4281-BE6C-8FE11C86B9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7" y="526"/>
              <a:ext cx="1296" cy="15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20" name="Line 8">
              <a:extLst>
                <a:ext uri="{FF2B5EF4-FFF2-40B4-BE49-F238E27FC236}">
                  <a16:creationId xmlns:a16="http://schemas.microsoft.com/office/drawing/2014/main" id="{1ED639A7-90F2-4A64-8054-B6FE85C687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06" y="752"/>
              <a:ext cx="0" cy="543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21521" name="Picture 9">
              <a:extLst>
                <a:ext uri="{FF2B5EF4-FFF2-40B4-BE49-F238E27FC236}">
                  <a16:creationId xmlns:a16="http://schemas.microsoft.com/office/drawing/2014/main" id="{146CA251-208D-45B3-9D97-B631BC34F4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40" y="528"/>
              <a:ext cx="1317" cy="1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22" name="Line 10">
              <a:extLst>
                <a:ext uri="{FF2B5EF4-FFF2-40B4-BE49-F238E27FC236}">
                  <a16:creationId xmlns:a16="http://schemas.microsoft.com/office/drawing/2014/main" id="{62965C68-64DA-4F6B-8EAC-AD14536629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04" y="594"/>
              <a:ext cx="0" cy="594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21523" name="Picture 11">
              <a:extLst>
                <a:ext uri="{FF2B5EF4-FFF2-40B4-BE49-F238E27FC236}">
                  <a16:creationId xmlns:a16="http://schemas.microsoft.com/office/drawing/2014/main" id="{A45C5B38-2C48-4144-93FC-5907EE1CD9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1" y="528"/>
              <a:ext cx="1296" cy="1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24" name="Line 12">
              <a:extLst>
                <a:ext uri="{FF2B5EF4-FFF2-40B4-BE49-F238E27FC236}">
                  <a16:creationId xmlns:a16="http://schemas.microsoft.com/office/drawing/2014/main" id="{11D63BB7-C075-4401-83A9-05669B303F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94" y="594"/>
              <a:ext cx="0" cy="594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21525" name="Picture 13">
              <a:extLst>
                <a:ext uri="{FF2B5EF4-FFF2-40B4-BE49-F238E27FC236}">
                  <a16:creationId xmlns:a16="http://schemas.microsoft.com/office/drawing/2014/main" id="{7C7844E9-350D-4AAC-99B6-1C050F726E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21" y="526"/>
              <a:ext cx="1344" cy="15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26" name="Line 14">
              <a:extLst>
                <a:ext uri="{FF2B5EF4-FFF2-40B4-BE49-F238E27FC236}">
                  <a16:creationId xmlns:a16="http://schemas.microsoft.com/office/drawing/2014/main" id="{AAE1BFBD-77BA-436F-B425-B456AC0699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15" y="752"/>
              <a:ext cx="0" cy="543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1527" name="Object 12">
              <a:extLst>
                <a:ext uri="{FF2B5EF4-FFF2-40B4-BE49-F238E27FC236}">
                  <a16:creationId xmlns:a16="http://schemas.microsoft.com/office/drawing/2014/main" id="{F9ADB16A-1BD9-4FF4-9F2E-1C862957F3F0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931" y="436"/>
            <a:ext cx="350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51" r:id="rId18" imgW="317225" imgH="279158" progId="Equation.3">
                    <p:embed/>
                  </p:oleObj>
                </mc:Choice>
                <mc:Fallback>
                  <p:oleObj r:id="rId18" imgW="317225" imgH="279158" progId="Equation.3">
                    <p:embed/>
                    <p:pic>
                      <p:nvPicPr>
                        <p:cNvPr id="0" name="Object 1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31" y="436"/>
                          <a:ext cx="350" cy="3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28" name="Object 13">
              <a:extLst>
                <a:ext uri="{FF2B5EF4-FFF2-40B4-BE49-F238E27FC236}">
                  <a16:creationId xmlns:a16="http://schemas.microsoft.com/office/drawing/2014/main" id="{46102333-5DFC-46CB-8ECD-7E56D1380AD6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018" y="436"/>
            <a:ext cx="357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52" r:id="rId20" imgW="317225" imgH="279158" progId="Equation.3">
                    <p:embed/>
                  </p:oleObj>
                </mc:Choice>
                <mc:Fallback>
                  <p:oleObj r:id="rId20" imgW="317225" imgH="279158" progId="Equation.3">
                    <p:embed/>
                    <p:pic>
                      <p:nvPicPr>
                        <p:cNvPr id="0" name="Object 1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8" y="436"/>
                          <a:ext cx="357" cy="3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29" name="Object 14">
              <a:extLst>
                <a:ext uri="{FF2B5EF4-FFF2-40B4-BE49-F238E27FC236}">
                  <a16:creationId xmlns:a16="http://schemas.microsoft.com/office/drawing/2014/main" id="{18A4A0DA-DE1D-464D-BFEF-AAF268208775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930" y="436"/>
            <a:ext cx="356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53" r:id="rId22" imgW="317225" imgH="279158" progId="Equation.3">
                    <p:embed/>
                  </p:oleObj>
                </mc:Choice>
                <mc:Fallback>
                  <p:oleObj r:id="rId22" imgW="317225" imgH="279158" progId="Equation.3">
                    <p:embed/>
                    <p:pic>
                      <p:nvPicPr>
                        <p:cNvPr id="0" name="Object 1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0" y="436"/>
                          <a:ext cx="356" cy="3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30" name="Object 15">
              <a:extLst>
                <a:ext uri="{FF2B5EF4-FFF2-40B4-BE49-F238E27FC236}">
                  <a16:creationId xmlns:a16="http://schemas.microsoft.com/office/drawing/2014/main" id="{F6870DC5-BC69-4B35-A5E9-EEF8DD6FC0C2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948" y="436"/>
            <a:ext cx="400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54" r:id="rId24" imgW="355292" imgH="279158" progId="Equation.3">
                    <p:embed/>
                  </p:oleObj>
                </mc:Choice>
                <mc:Fallback>
                  <p:oleObj r:id="rId24" imgW="355292" imgH="279158" progId="Equation.3">
                    <p:embed/>
                    <p:pic>
                      <p:nvPicPr>
                        <p:cNvPr id="0" name="Object 1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48" y="436"/>
                          <a:ext cx="400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31" name="Object 16">
              <a:extLst>
                <a:ext uri="{FF2B5EF4-FFF2-40B4-BE49-F238E27FC236}">
                  <a16:creationId xmlns:a16="http://schemas.microsoft.com/office/drawing/2014/main" id="{01A9F6FA-2A20-42A5-B8AE-38E6D0361A0E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967" y="436"/>
            <a:ext cx="429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55" r:id="rId26" imgW="380835" imgH="279279" progId="Equation.3">
                    <p:embed/>
                  </p:oleObj>
                </mc:Choice>
                <mc:Fallback>
                  <p:oleObj r:id="rId26" imgW="380835" imgH="279279" progId="Equation.3">
                    <p:embed/>
                    <p:pic>
                      <p:nvPicPr>
                        <p:cNvPr id="0" name="Object 1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7" y="436"/>
                          <a:ext cx="429" cy="3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22">
            <a:extLst>
              <a:ext uri="{FF2B5EF4-FFF2-40B4-BE49-F238E27FC236}">
                <a16:creationId xmlns:a16="http://schemas.microsoft.com/office/drawing/2014/main" id="{575CC34C-D8C0-4DA5-8150-8F30C3641E9C}"/>
              </a:ext>
            </a:extLst>
          </p:cNvPr>
          <p:cNvGrpSpPr>
            <a:grpSpLocks/>
          </p:cNvGrpSpPr>
          <p:nvPr/>
        </p:nvGrpSpPr>
        <p:grpSpPr bwMode="auto">
          <a:xfrm>
            <a:off x="3924300" y="1920875"/>
            <a:ext cx="4032250" cy="1800225"/>
            <a:chOff x="2197" y="2455"/>
            <a:chExt cx="3446" cy="1502"/>
          </a:xfrm>
        </p:grpSpPr>
        <p:sp>
          <p:nvSpPr>
            <p:cNvPr id="21533" name="Freeform 23">
              <a:extLst>
                <a:ext uri="{FF2B5EF4-FFF2-40B4-BE49-F238E27FC236}">
                  <a16:creationId xmlns:a16="http://schemas.microsoft.com/office/drawing/2014/main" id="{B1ADA6DB-7265-4F61-BAD3-9EAE10D3D8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8" y="2880"/>
              <a:ext cx="2832" cy="816"/>
            </a:xfrm>
            <a:custGeom>
              <a:avLst/>
              <a:gdLst>
                <a:gd name="T0" fmla="*/ 0 w 2016"/>
                <a:gd name="T1" fmla="*/ 458 h 484"/>
                <a:gd name="T2" fmla="*/ 119 w 2016"/>
                <a:gd name="T3" fmla="*/ 392 h 484"/>
                <a:gd name="T4" fmla="*/ 222 w 2016"/>
                <a:gd name="T5" fmla="*/ 455 h 484"/>
                <a:gd name="T6" fmla="*/ 402 w 2016"/>
                <a:gd name="T7" fmla="*/ 269 h 484"/>
                <a:gd name="T8" fmla="*/ 672 w 2016"/>
                <a:gd name="T9" fmla="*/ 449 h 484"/>
                <a:gd name="T10" fmla="*/ 936 w 2016"/>
                <a:gd name="T11" fmla="*/ 59 h 484"/>
                <a:gd name="T12" fmla="*/ 1218 w 2016"/>
                <a:gd name="T13" fmla="*/ 239 h 484"/>
                <a:gd name="T14" fmla="*/ 1506 w 2016"/>
                <a:gd name="T15" fmla="*/ 377 h 484"/>
                <a:gd name="T16" fmla="*/ 2016 w 2016"/>
                <a:gd name="T17" fmla="*/ 448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16" h="484">
                  <a:moveTo>
                    <a:pt x="0" y="458"/>
                  </a:moveTo>
                  <a:cubicBezTo>
                    <a:pt x="20" y="447"/>
                    <a:pt x="82" y="393"/>
                    <a:pt x="119" y="392"/>
                  </a:cubicBezTo>
                  <a:cubicBezTo>
                    <a:pt x="160" y="389"/>
                    <a:pt x="173" y="481"/>
                    <a:pt x="222" y="455"/>
                  </a:cubicBezTo>
                  <a:cubicBezTo>
                    <a:pt x="269" y="435"/>
                    <a:pt x="327" y="270"/>
                    <a:pt x="402" y="269"/>
                  </a:cubicBezTo>
                  <a:cubicBezTo>
                    <a:pt x="477" y="268"/>
                    <a:pt x="583" y="484"/>
                    <a:pt x="672" y="449"/>
                  </a:cubicBezTo>
                  <a:cubicBezTo>
                    <a:pt x="761" y="414"/>
                    <a:pt x="845" y="94"/>
                    <a:pt x="936" y="59"/>
                  </a:cubicBezTo>
                  <a:cubicBezTo>
                    <a:pt x="1111" y="0"/>
                    <a:pt x="1121" y="189"/>
                    <a:pt x="1218" y="239"/>
                  </a:cubicBezTo>
                  <a:cubicBezTo>
                    <a:pt x="1313" y="292"/>
                    <a:pt x="1373" y="342"/>
                    <a:pt x="1506" y="377"/>
                  </a:cubicBezTo>
                  <a:cubicBezTo>
                    <a:pt x="1639" y="412"/>
                    <a:pt x="1910" y="433"/>
                    <a:pt x="2016" y="448"/>
                  </a:cubicBezTo>
                </a:path>
              </a:pathLst>
            </a:custGeom>
            <a:noFill/>
            <a:ln w="28575">
              <a:solidFill>
                <a:srgbClr val="0066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21534" name="Freeform 24">
              <a:extLst>
                <a:ext uri="{FF2B5EF4-FFF2-40B4-BE49-F238E27FC236}">
                  <a16:creationId xmlns:a16="http://schemas.microsoft.com/office/drawing/2014/main" id="{56948C59-C62E-43F1-98E6-67366685CB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" y="2880"/>
              <a:ext cx="2556" cy="842"/>
            </a:xfrm>
            <a:custGeom>
              <a:avLst/>
              <a:gdLst>
                <a:gd name="T0" fmla="*/ 0 w 1836"/>
                <a:gd name="T1" fmla="*/ 777 h 842"/>
                <a:gd name="T2" fmla="*/ 228 w 1836"/>
                <a:gd name="T3" fmla="*/ 633 h 842"/>
                <a:gd name="T4" fmla="*/ 462 w 1836"/>
                <a:gd name="T5" fmla="*/ 747 h 842"/>
                <a:gd name="T6" fmla="*/ 798 w 1836"/>
                <a:gd name="T7" fmla="*/ 69 h 842"/>
                <a:gd name="T8" fmla="*/ 1092 w 1836"/>
                <a:gd name="T9" fmla="*/ 381 h 842"/>
                <a:gd name="T10" fmla="*/ 1392 w 1836"/>
                <a:gd name="T11" fmla="*/ 627 h 842"/>
                <a:gd name="T12" fmla="*/ 1836 w 1836"/>
                <a:gd name="T13" fmla="*/ 783 h 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6" h="842">
                  <a:moveTo>
                    <a:pt x="0" y="777"/>
                  </a:moveTo>
                  <a:cubicBezTo>
                    <a:pt x="37" y="753"/>
                    <a:pt x="151" y="638"/>
                    <a:pt x="228" y="633"/>
                  </a:cubicBezTo>
                  <a:cubicBezTo>
                    <a:pt x="324" y="639"/>
                    <a:pt x="426" y="842"/>
                    <a:pt x="462" y="747"/>
                  </a:cubicBezTo>
                  <a:cubicBezTo>
                    <a:pt x="557" y="653"/>
                    <a:pt x="693" y="130"/>
                    <a:pt x="798" y="69"/>
                  </a:cubicBezTo>
                  <a:cubicBezTo>
                    <a:pt x="895" y="0"/>
                    <a:pt x="993" y="288"/>
                    <a:pt x="1092" y="381"/>
                  </a:cubicBezTo>
                  <a:cubicBezTo>
                    <a:pt x="1191" y="474"/>
                    <a:pt x="1268" y="560"/>
                    <a:pt x="1392" y="627"/>
                  </a:cubicBezTo>
                  <a:cubicBezTo>
                    <a:pt x="1516" y="694"/>
                    <a:pt x="1830" y="759"/>
                    <a:pt x="1836" y="783"/>
                  </a:cubicBezTo>
                </a:path>
              </a:pathLst>
            </a:custGeom>
            <a:noFill/>
            <a:ln w="28575" cap="sq">
              <a:solidFill>
                <a:srgbClr val="0099CC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21535" name="Line 25">
              <a:extLst>
                <a:ext uri="{FF2B5EF4-FFF2-40B4-BE49-F238E27FC236}">
                  <a16:creationId xmlns:a16="http://schemas.microsoft.com/office/drawing/2014/main" id="{2B02ADD3-2CC5-4123-9985-D1F2B276D1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9" y="3678"/>
              <a:ext cx="302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6" name="Line 26">
              <a:extLst>
                <a:ext uri="{FF2B5EF4-FFF2-40B4-BE49-F238E27FC236}">
                  <a16:creationId xmlns:a16="http://schemas.microsoft.com/office/drawing/2014/main" id="{35063721-7084-449C-8007-65F515BEA0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2" y="2832"/>
              <a:ext cx="0" cy="8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arrow" w="med" len="med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7" name="Freeform 27">
              <a:extLst>
                <a:ext uri="{FF2B5EF4-FFF2-40B4-BE49-F238E27FC236}">
                  <a16:creationId xmlns:a16="http://schemas.microsoft.com/office/drawing/2014/main" id="{E2457B70-F1F3-4E0D-80C6-3CA7D921F7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4" y="2928"/>
              <a:ext cx="3089" cy="772"/>
            </a:xfrm>
            <a:custGeom>
              <a:avLst/>
              <a:gdLst>
                <a:gd name="T0" fmla="*/ 0 w 1937"/>
                <a:gd name="T1" fmla="*/ 909 h 936"/>
                <a:gd name="T2" fmla="*/ 581 w 1937"/>
                <a:gd name="T3" fmla="*/ 6 h 936"/>
                <a:gd name="T4" fmla="*/ 1018 w 1937"/>
                <a:gd name="T5" fmla="*/ 533 h 936"/>
                <a:gd name="T6" fmla="*/ 1461 w 1937"/>
                <a:gd name="T7" fmla="*/ 865 h 936"/>
                <a:gd name="T8" fmla="*/ 1937 w 1937"/>
                <a:gd name="T9" fmla="*/ 936 h 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7" h="936">
                  <a:moveTo>
                    <a:pt x="0" y="909"/>
                  </a:moveTo>
                  <a:cubicBezTo>
                    <a:pt x="365" y="735"/>
                    <a:pt x="394" y="74"/>
                    <a:pt x="581" y="6"/>
                  </a:cubicBezTo>
                  <a:cubicBezTo>
                    <a:pt x="702" y="0"/>
                    <a:pt x="871" y="390"/>
                    <a:pt x="1018" y="533"/>
                  </a:cubicBezTo>
                  <a:cubicBezTo>
                    <a:pt x="1165" y="676"/>
                    <a:pt x="1308" y="798"/>
                    <a:pt x="1461" y="865"/>
                  </a:cubicBezTo>
                  <a:cubicBezTo>
                    <a:pt x="1614" y="932"/>
                    <a:pt x="1874" y="925"/>
                    <a:pt x="1937" y="936"/>
                  </a:cubicBezTo>
                </a:path>
              </a:pathLst>
            </a:custGeom>
            <a:noFill/>
            <a:ln w="28575" cap="sq">
              <a:solidFill>
                <a:srgbClr val="FF33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graphicFrame>
          <p:nvGraphicFramePr>
            <p:cNvPr id="21538" name="Object 17">
              <a:extLst>
                <a:ext uri="{FF2B5EF4-FFF2-40B4-BE49-F238E27FC236}">
                  <a16:creationId xmlns:a16="http://schemas.microsoft.com/office/drawing/2014/main" id="{4345FACC-7818-41C2-AF58-AE261B33623D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196" y="3639"/>
            <a:ext cx="447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56" r:id="rId28" imgW="317225" imgH="228402" progId="Equation.DSMT4">
                    <p:embed/>
                  </p:oleObj>
                </mc:Choice>
                <mc:Fallback>
                  <p:oleObj r:id="rId28" imgW="317225" imgH="228402" progId="Equation.DSMT4">
                    <p:embed/>
                    <p:pic>
                      <p:nvPicPr>
                        <p:cNvPr id="0" name="Object 1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96" y="3639"/>
                          <a:ext cx="447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39" name="Object 18">
              <a:extLst>
                <a:ext uri="{FF2B5EF4-FFF2-40B4-BE49-F238E27FC236}">
                  <a16:creationId xmlns:a16="http://schemas.microsoft.com/office/drawing/2014/main" id="{DCE118E9-A8B6-4240-8443-49A2D0CFD351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197" y="2455"/>
            <a:ext cx="583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57" r:id="rId30" imgW="495085" imgH="279279" progId="Equation.3">
                    <p:embed/>
                  </p:oleObj>
                </mc:Choice>
                <mc:Fallback>
                  <p:oleObj r:id="rId30" imgW="495085" imgH="279279" progId="Equation.3">
                    <p:embed/>
                    <p:pic>
                      <p:nvPicPr>
                        <p:cNvPr id="0" name="Object 1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7" y="2455"/>
                          <a:ext cx="583" cy="3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6" name="Text Box 30">
              <a:extLst>
                <a:ext uri="{FF2B5EF4-FFF2-40B4-BE49-F238E27FC236}">
                  <a16:creationId xmlns:a16="http://schemas.microsoft.com/office/drawing/2014/main" id="{87B2ED09-33B3-401A-B955-16F1F9E1BF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7" y="2636"/>
              <a:ext cx="624" cy="2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kumimoji="1" lang="en-US" altLang="zh-CN" i="1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  <a:sym typeface="Symbol" panose="05050102010706020507" pitchFamily="18" charset="2"/>
                </a:rPr>
                <a:t></a:t>
              </a:r>
              <a:r>
                <a:rPr kumimoji="1" lang="en-US" altLang="zh-CN" baseline="-25000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</a:rPr>
                <a:t>32</a:t>
              </a:r>
              <a:endParaRPr kumimoji="1" lang="en-US" altLang="zh-CN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endParaRPr>
            </a:p>
          </p:txBody>
        </p:sp>
        <p:sp>
          <p:nvSpPr>
            <p:cNvPr id="87" name="Text Box 31">
              <a:extLst>
                <a:ext uri="{FF2B5EF4-FFF2-40B4-BE49-F238E27FC236}">
                  <a16:creationId xmlns:a16="http://schemas.microsoft.com/office/drawing/2014/main" id="{57429483-2FA8-412C-B93D-0C679453AF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8" y="2640"/>
              <a:ext cx="624" cy="2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kumimoji="1" lang="en-US" altLang="zh-CN" i="1" dirty="0">
                  <a:solidFill>
                    <a:srgbClr val="0099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  <a:sym typeface="Symbol" panose="05050102010706020507" pitchFamily="18" charset="2"/>
                </a:rPr>
                <a:t></a:t>
              </a:r>
              <a:r>
                <a:rPr kumimoji="1" lang="en-US" altLang="zh-CN" dirty="0">
                  <a:solidFill>
                    <a:srgbClr val="0099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</a:rPr>
                <a:t> </a:t>
              </a:r>
              <a:r>
                <a:rPr kumimoji="1" lang="en-US" altLang="zh-CN" baseline="-25000" dirty="0">
                  <a:solidFill>
                    <a:srgbClr val="0099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</a:rPr>
                <a:t>31</a:t>
              </a:r>
            </a:p>
          </p:txBody>
        </p:sp>
        <p:sp>
          <p:nvSpPr>
            <p:cNvPr id="88" name="Text Box 32">
              <a:extLst>
                <a:ext uri="{FF2B5EF4-FFF2-40B4-BE49-F238E27FC236}">
                  <a16:creationId xmlns:a16="http://schemas.microsoft.com/office/drawing/2014/main" id="{AEECCCEE-8B36-4350-B1C9-37D6639105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0" y="2640"/>
              <a:ext cx="624" cy="2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kumimoji="1" lang="en-US" altLang="zh-CN" i="1">
                  <a:solidFill>
                    <a:srgbClr val="0066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  <a:sym typeface="Symbol" panose="05050102010706020507" pitchFamily="18" charset="2"/>
                </a:rPr>
                <a:t></a:t>
              </a:r>
              <a:r>
                <a:rPr kumimoji="1" lang="en-US" altLang="zh-CN" baseline="-25000">
                  <a:solidFill>
                    <a:srgbClr val="0066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</a:rPr>
                <a:t>30</a:t>
              </a:r>
              <a:endParaRPr kumimoji="1" lang="en-US" altLang="zh-CN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endParaRPr>
            </a:p>
          </p:txBody>
        </p:sp>
        <p:sp>
          <p:nvSpPr>
            <p:cNvPr id="21543" name="Line 33">
              <a:extLst>
                <a:ext uri="{FF2B5EF4-FFF2-40B4-BE49-F238E27FC236}">
                  <a16:creationId xmlns:a16="http://schemas.microsoft.com/office/drawing/2014/main" id="{9EB2D45A-EE36-4121-B619-640803ABC7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8" y="2939"/>
              <a:ext cx="0" cy="7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Text Box 34">
              <a:extLst>
                <a:ext uri="{FF2B5EF4-FFF2-40B4-BE49-F238E27FC236}">
                  <a16:creationId xmlns:a16="http://schemas.microsoft.com/office/drawing/2014/main" id="{E3611CF8-4471-4E1E-86BD-2E3067F05C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9" y="3615"/>
              <a:ext cx="1838" cy="2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kumimoji="1"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</a:rPr>
                <a:t>0                   9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23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23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4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64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64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464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24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24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249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24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4985" grpId="0" build="p"/>
      <p:bldP spid="464931" grpId="0" build="p"/>
      <p:bldP spid="464920" grpId="0"/>
      <p:bldP spid="42496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文本框 421925">
            <a:extLst>
              <a:ext uri="{FF2B5EF4-FFF2-40B4-BE49-F238E27FC236}">
                <a16:creationId xmlns:a16="http://schemas.microsoft.com/office/drawing/2014/main" id="{A82903C2-42D9-4F99-8AD2-5AE552118D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4925" y="260350"/>
            <a:ext cx="52070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sz="2800">
                <a:solidFill>
                  <a:schemeClr val="tx2"/>
                </a:solidFill>
                <a:ea typeface="黑体" panose="02010609060101010101" pitchFamily="49" charset="-122"/>
              </a:rPr>
              <a:t>五、与玻尔氢原子理论的对比</a:t>
            </a:r>
          </a:p>
        </p:txBody>
      </p:sp>
      <p:sp>
        <p:nvSpPr>
          <p:cNvPr id="25" name="Text Box 5">
            <a:extLst>
              <a:ext uri="{FF2B5EF4-FFF2-40B4-BE49-F238E27FC236}">
                <a16:creationId xmlns:a16="http://schemas.microsoft.com/office/drawing/2014/main" id="{E62E7B74-B93B-4910-8D10-0DB80F52B8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3" y="738188"/>
            <a:ext cx="4495800" cy="46196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1"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、能量量子化和主量子数 </a:t>
            </a:r>
            <a:r>
              <a:rPr kumimoji="1" lang="en-US" altLang="zh-CN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graphicFrame>
        <p:nvGraphicFramePr>
          <p:cNvPr id="27" name="Object 3">
            <a:extLst>
              <a:ext uri="{FF2B5EF4-FFF2-40B4-BE49-F238E27FC236}">
                <a16:creationId xmlns:a16="http://schemas.microsoft.com/office/drawing/2014/main" id="{7899E2C6-2FB3-4CE8-B471-B431660475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163" y="1130300"/>
          <a:ext cx="3046412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88" r:id="rId3" imgW="2325240" imgH="735840" progId="Equation.DSMT4">
                  <p:embed/>
                </p:oleObj>
              </mc:Choice>
              <mc:Fallback>
                <p:oleObj r:id="rId3" imgW="2325240" imgH="7358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163" y="1130300"/>
                        <a:ext cx="3046412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695" name="Object 15">
            <a:extLst>
              <a:ext uri="{FF2B5EF4-FFF2-40B4-BE49-F238E27FC236}">
                <a16:creationId xmlns:a16="http://schemas.microsoft.com/office/drawing/2014/main" id="{9EFEFEE3-77F7-4BED-AC5E-D256192A656D}"/>
              </a:ext>
            </a:extLst>
          </p:cNvPr>
          <p:cNvGraphicFramePr>
            <a:graphicFrameLocks/>
          </p:cNvGraphicFramePr>
          <p:nvPr/>
        </p:nvGraphicFramePr>
        <p:xfrm>
          <a:off x="3413125" y="1465263"/>
          <a:ext cx="1543050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89" r:id="rId5" imgW="672516" imgH="203024" progId="Equation.DSMT4">
                  <p:embed/>
                </p:oleObj>
              </mc:Choice>
              <mc:Fallback>
                <p:oleObj r:id="rId5" imgW="672516" imgH="203024" progId="Equation.DSMT4">
                  <p:embed/>
                  <p:pic>
                    <p:nvPicPr>
                      <p:cNvPr id="0" name="Object 15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3125" y="1465263"/>
                        <a:ext cx="1543050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421925">
            <a:extLst>
              <a:ext uri="{FF2B5EF4-FFF2-40B4-BE49-F238E27FC236}">
                <a16:creationId xmlns:a16="http://schemas.microsoft.com/office/drawing/2014/main" id="{9A5146F2-1C4D-42A8-BC0A-A4A1C97EAC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463" y="2201863"/>
            <a:ext cx="26876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>
                <a:solidFill>
                  <a:schemeClr val="tx2"/>
                </a:solidFill>
                <a:ea typeface="黑体" panose="02010609060101010101" pitchFamily="49" charset="-122"/>
                <a:sym typeface="宋体" panose="02010600030101010101" pitchFamily="2" charset="-122"/>
              </a:rPr>
              <a:t>玻尔理论：一致</a:t>
            </a:r>
          </a:p>
        </p:txBody>
      </p:sp>
      <p:sp>
        <p:nvSpPr>
          <p:cNvPr id="419843" name="文本框 419842">
            <a:extLst>
              <a:ext uri="{FF2B5EF4-FFF2-40B4-BE49-F238E27FC236}">
                <a16:creationId xmlns:a16="http://schemas.microsoft.com/office/drawing/2014/main" id="{07EC3352-249D-459F-ABC6-788CFD85A39C}"/>
              </a:ext>
            </a:extLst>
          </p:cNvPr>
          <p:cNvSpPr txBox="1"/>
          <p:nvPr/>
        </p:nvSpPr>
        <p:spPr>
          <a:xfrm>
            <a:off x="211138" y="2597150"/>
            <a:ext cx="4930775" cy="590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  <a:spcBef>
                <a:spcPct val="50000"/>
              </a:spcBef>
              <a:defRPr/>
            </a:pPr>
            <a:r>
              <a:rPr lang="zh-CN" altLang="en-US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一条能级对应于电子的一条轨道。</a:t>
            </a:r>
          </a:p>
        </p:txBody>
      </p:sp>
      <p:sp>
        <p:nvSpPr>
          <p:cNvPr id="419844" name="文本框 419843">
            <a:extLst>
              <a:ext uri="{FF2B5EF4-FFF2-40B4-BE49-F238E27FC236}">
                <a16:creationId xmlns:a16="http://schemas.microsoft.com/office/drawing/2014/main" id="{F20DC3EE-52AF-473E-B6D7-973306AA74E2}"/>
              </a:ext>
            </a:extLst>
          </p:cNvPr>
          <p:cNvSpPr txBox="1"/>
          <p:nvPr/>
        </p:nvSpPr>
        <p:spPr>
          <a:xfrm>
            <a:off x="138113" y="3265488"/>
            <a:ext cx="5548312" cy="4333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  <a:defRPr/>
            </a:pPr>
            <a:r>
              <a:rPr lang="zh-CN" altLang="en-US" sz="280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华文新魏" panose="02010800040101010101" pitchFamily="2" charset="-122"/>
              </a:rPr>
              <a:t>而量子力学中</a:t>
            </a:r>
          </a:p>
        </p:txBody>
      </p:sp>
      <p:sp>
        <p:nvSpPr>
          <p:cNvPr id="419845" name="文本框 419844">
            <a:extLst>
              <a:ext uri="{FF2B5EF4-FFF2-40B4-BE49-F238E27FC236}">
                <a16:creationId xmlns:a16="http://schemas.microsoft.com/office/drawing/2014/main" id="{6227E505-F096-4D01-B694-D513F86758F9}"/>
              </a:ext>
            </a:extLst>
          </p:cNvPr>
          <p:cNvSpPr txBox="1"/>
          <p:nvPr/>
        </p:nvSpPr>
        <p:spPr>
          <a:xfrm>
            <a:off x="228600" y="5467350"/>
            <a:ext cx="8839200" cy="133350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  <a:defRPr/>
            </a:pPr>
            <a:r>
              <a:rPr lang="zh-CN" altLang="en-US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即每组量子数（ </a:t>
            </a:r>
            <a:r>
              <a:rPr lang="en-US" altLang="zh-CN" i="1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n , l</a:t>
            </a:r>
            <a:r>
              <a:rPr lang="en-US" altLang="zh-CN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, </a:t>
            </a:r>
            <a:r>
              <a:rPr lang="en-US" altLang="zh-CN" i="1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m</a:t>
            </a:r>
            <a:r>
              <a:rPr lang="en-US" altLang="zh-CN" i="1" baseline="-25000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l</a:t>
            </a:r>
            <a:r>
              <a:rPr lang="zh-CN" altLang="en-US" i="1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）</a:t>
            </a:r>
            <a:r>
              <a:rPr lang="zh-CN" altLang="en-US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确定一个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  <a:defRPr/>
            </a:pPr>
            <a:r>
              <a:rPr lang="zh-CN" altLang="en-US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波函数  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  <a:defRPr/>
            </a:pPr>
            <a:r>
              <a:rPr lang="zh-CN" altLang="en-US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并用来描述一个稳定的状态。</a:t>
            </a:r>
          </a:p>
        </p:txBody>
      </p:sp>
      <p:sp>
        <p:nvSpPr>
          <p:cNvPr id="419847" name="矩形 419846">
            <a:extLst>
              <a:ext uri="{FF2B5EF4-FFF2-40B4-BE49-F238E27FC236}">
                <a16:creationId xmlns:a16="http://schemas.microsoft.com/office/drawing/2014/main" id="{7120BA25-D1E5-4E7A-AA3D-A66A7C7693FB}"/>
              </a:ext>
            </a:extLst>
          </p:cNvPr>
          <p:cNvSpPr/>
          <p:nvPr/>
        </p:nvSpPr>
        <p:spPr>
          <a:xfrm>
            <a:off x="169863" y="3668713"/>
            <a:ext cx="5138737" cy="534987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  <a:defRPr/>
            </a:pPr>
            <a:r>
              <a:rPr lang="zh-CN" altLang="en-US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电子运动状态和量子数 </a:t>
            </a:r>
            <a:r>
              <a:rPr lang="en-US" altLang="zh-CN" i="1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n</a:t>
            </a:r>
            <a:r>
              <a:rPr lang="en-US" altLang="zh-CN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, </a:t>
            </a:r>
            <a:r>
              <a:rPr lang="en-US" altLang="zh-CN" i="1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l</a:t>
            </a:r>
            <a:r>
              <a:rPr lang="en-US" altLang="zh-CN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,</a:t>
            </a:r>
            <a:r>
              <a:rPr lang="en-US" altLang="zh-CN" i="1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m</a:t>
            </a:r>
            <a:r>
              <a:rPr lang="en-US" altLang="zh-CN" i="1" baseline="-2500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l </a:t>
            </a:r>
            <a:r>
              <a:rPr lang="zh-CN" altLang="en-US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都有关</a:t>
            </a:r>
            <a:endParaRPr lang="en-US" altLang="zh-CN" noProof="1"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grpSp>
        <p:nvGrpSpPr>
          <p:cNvPr id="2" name="组合 419847">
            <a:extLst>
              <a:ext uri="{FF2B5EF4-FFF2-40B4-BE49-F238E27FC236}">
                <a16:creationId xmlns:a16="http://schemas.microsoft.com/office/drawing/2014/main" id="{BD3FA925-75FC-4A4A-B977-11D2CE06C5FB}"/>
              </a:ext>
            </a:extLst>
          </p:cNvPr>
          <p:cNvGrpSpPr>
            <a:grpSpLocks/>
          </p:cNvGrpSpPr>
          <p:nvPr/>
        </p:nvGrpSpPr>
        <p:grpSpPr bwMode="auto">
          <a:xfrm>
            <a:off x="5013325" y="425450"/>
            <a:ext cx="4259263" cy="4500563"/>
            <a:chOff x="3050" y="633"/>
            <a:chExt cx="3146" cy="3213"/>
          </a:xfrm>
        </p:grpSpPr>
        <p:grpSp>
          <p:nvGrpSpPr>
            <p:cNvPr id="22539" name="组合 419848">
              <a:extLst>
                <a:ext uri="{FF2B5EF4-FFF2-40B4-BE49-F238E27FC236}">
                  <a16:creationId xmlns:a16="http://schemas.microsoft.com/office/drawing/2014/main" id="{1C9BFB8A-4DBE-47A9-9E49-1E73ACAC20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36" y="880"/>
              <a:ext cx="372" cy="2832"/>
              <a:chOff x="1332" y="1152"/>
              <a:chExt cx="372" cy="2832"/>
            </a:xfrm>
          </p:grpSpPr>
          <p:sp>
            <p:nvSpPr>
              <p:cNvPr id="22540" name="直接连接符 419849">
                <a:extLst>
                  <a:ext uri="{FF2B5EF4-FFF2-40B4-BE49-F238E27FC236}">
                    <a16:creationId xmlns:a16="http://schemas.microsoft.com/office/drawing/2014/main" id="{9354B291-511D-40B1-88E8-82BB895A21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6" y="1239"/>
                <a:ext cx="0" cy="2736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arrow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41" name="直接连接符 419850">
                <a:extLst>
                  <a:ext uri="{FF2B5EF4-FFF2-40B4-BE49-F238E27FC236}">
                    <a16:creationId xmlns:a16="http://schemas.microsoft.com/office/drawing/2014/main" id="{8752C14A-3ADB-40F1-B679-3B3D156CF2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25" y="1856"/>
                <a:ext cx="0" cy="2126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arrow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42" name="直接连接符 419851">
                <a:extLst>
                  <a:ext uri="{FF2B5EF4-FFF2-40B4-BE49-F238E27FC236}">
                    <a16:creationId xmlns:a16="http://schemas.microsoft.com/office/drawing/2014/main" id="{8BB417B9-A027-47B2-BE9A-879E44FAA0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32" y="2508"/>
                <a:ext cx="0" cy="1467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arrow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43" name="直接连接符 419852">
                <a:extLst>
                  <a:ext uri="{FF2B5EF4-FFF2-40B4-BE49-F238E27FC236}">
                    <a16:creationId xmlns:a16="http://schemas.microsoft.com/office/drawing/2014/main" id="{EDC3E6AA-E513-4EC3-A02E-2F9727A9F7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20" y="1475"/>
                <a:ext cx="0" cy="2489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arrow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44" name="直接连接符 419853">
                <a:extLst>
                  <a:ext uri="{FF2B5EF4-FFF2-40B4-BE49-F238E27FC236}">
                    <a16:creationId xmlns:a16="http://schemas.microsoft.com/office/drawing/2014/main" id="{147C3CE6-97FE-4496-9C7A-A9E07D5B52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04" y="1152"/>
                <a:ext cx="0" cy="2832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arrow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2545" name="组合 419854">
              <a:extLst>
                <a:ext uri="{FF2B5EF4-FFF2-40B4-BE49-F238E27FC236}">
                  <a16:creationId xmlns:a16="http://schemas.microsoft.com/office/drawing/2014/main" id="{38213335-5A35-4BF0-8E1F-541E383031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70" y="880"/>
              <a:ext cx="294" cy="1344"/>
              <a:chOff x="2058" y="1152"/>
              <a:chExt cx="294" cy="1344"/>
            </a:xfrm>
          </p:grpSpPr>
          <p:sp>
            <p:nvSpPr>
              <p:cNvPr id="3" name="直接连接符 419855">
                <a:extLst>
                  <a:ext uri="{FF2B5EF4-FFF2-40B4-BE49-F238E27FC236}">
                    <a16:creationId xmlns:a16="http://schemas.microsoft.com/office/drawing/2014/main" id="{26173D6A-2E65-4661-8D58-A6907E004E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42" y="1226"/>
                <a:ext cx="0" cy="1248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arrow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47" name="直接连接符 419856">
                <a:extLst>
                  <a:ext uri="{FF2B5EF4-FFF2-40B4-BE49-F238E27FC236}">
                    <a16:creationId xmlns:a16="http://schemas.microsoft.com/office/drawing/2014/main" id="{8CB5C0AA-3028-468D-BAE0-6EA81B816D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50" y="1469"/>
                <a:ext cx="0" cy="1009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arrow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48" name="直接连接符 419857">
                <a:extLst>
                  <a:ext uri="{FF2B5EF4-FFF2-40B4-BE49-F238E27FC236}">
                    <a16:creationId xmlns:a16="http://schemas.microsoft.com/office/drawing/2014/main" id="{32A37B5D-1436-4D70-9963-EE5634C6F2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58" y="1855"/>
                <a:ext cx="0" cy="63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arrow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49" name="直接连接符 419858">
                <a:extLst>
                  <a:ext uri="{FF2B5EF4-FFF2-40B4-BE49-F238E27FC236}">
                    <a16:creationId xmlns:a16="http://schemas.microsoft.com/office/drawing/2014/main" id="{2C0ABED3-60C5-4513-9D5C-478CF4718A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40" y="1152"/>
                <a:ext cx="12" cy="1344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arrow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2550" name="组合 419859">
              <a:extLst>
                <a:ext uri="{FF2B5EF4-FFF2-40B4-BE49-F238E27FC236}">
                  <a16:creationId xmlns:a16="http://schemas.microsoft.com/office/drawing/2014/main" id="{132FDD60-C5C4-446E-B80C-3F29210E55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78" y="859"/>
              <a:ext cx="174" cy="721"/>
              <a:chOff x="2448" y="721"/>
              <a:chExt cx="174" cy="721"/>
            </a:xfrm>
          </p:grpSpPr>
          <p:sp>
            <p:nvSpPr>
              <p:cNvPr id="22551" name="直接连接符 419860">
                <a:extLst>
                  <a:ext uri="{FF2B5EF4-FFF2-40B4-BE49-F238E27FC236}">
                    <a16:creationId xmlns:a16="http://schemas.microsoft.com/office/drawing/2014/main" id="{AD23005D-D1FA-443F-9905-6CF214F34A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36" y="816"/>
                <a:ext cx="0" cy="624"/>
              </a:xfrm>
              <a:prstGeom prst="line">
                <a:avLst/>
              </a:prstGeom>
              <a:noFill/>
              <a:ln w="19050">
                <a:solidFill>
                  <a:srgbClr val="993300"/>
                </a:solidFill>
                <a:round/>
                <a:headEnd/>
                <a:tailEnd type="arrow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52" name="直接连接符 419861">
                <a:extLst>
                  <a:ext uri="{FF2B5EF4-FFF2-40B4-BE49-F238E27FC236}">
                    <a16:creationId xmlns:a16="http://schemas.microsoft.com/office/drawing/2014/main" id="{1E6CB52C-953A-45A9-A7B7-5EC39DEBF6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075"/>
                <a:ext cx="0" cy="358"/>
              </a:xfrm>
              <a:prstGeom prst="line">
                <a:avLst/>
              </a:prstGeom>
              <a:noFill/>
              <a:ln w="19050">
                <a:solidFill>
                  <a:srgbClr val="993300"/>
                </a:solidFill>
                <a:round/>
                <a:headEnd/>
                <a:tailEnd type="arrow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53" name="直接连接符 419862">
                <a:extLst>
                  <a:ext uri="{FF2B5EF4-FFF2-40B4-BE49-F238E27FC236}">
                    <a16:creationId xmlns:a16="http://schemas.microsoft.com/office/drawing/2014/main" id="{4913F31E-3EEC-4B80-AB80-B64A35E0C6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22" y="721"/>
                <a:ext cx="0" cy="721"/>
              </a:xfrm>
              <a:prstGeom prst="line">
                <a:avLst/>
              </a:prstGeom>
              <a:noFill/>
              <a:ln w="19050">
                <a:solidFill>
                  <a:srgbClr val="993300"/>
                </a:solidFill>
                <a:round/>
                <a:headEnd/>
                <a:tailEnd type="arrow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2554" name="组合 419863">
              <a:extLst>
                <a:ext uri="{FF2B5EF4-FFF2-40B4-BE49-F238E27FC236}">
                  <a16:creationId xmlns:a16="http://schemas.microsoft.com/office/drawing/2014/main" id="{AD824A4F-73EE-4D60-AB85-91F9B31BE8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12" y="856"/>
              <a:ext cx="108" cy="351"/>
              <a:chOff x="3048" y="1128"/>
              <a:chExt cx="108" cy="351"/>
            </a:xfrm>
          </p:grpSpPr>
          <p:sp>
            <p:nvSpPr>
              <p:cNvPr id="22555" name="直接连接符 419864">
                <a:extLst>
                  <a:ext uri="{FF2B5EF4-FFF2-40B4-BE49-F238E27FC236}">
                    <a16:creationId xmlns:a16="http://schemas.microsoft.com/office/drawing/2014/main" id="{B7FEE27B-BEF3-451F-BADE-FFE56137F2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48" y="1239"/>
                <a:ext cx="0" cy="240"/>
              </a:xfrm>
              <a:prstGeom prst="line">
                <a:avLst/>
              </a:prstGeom>
              <a:noFill/>
              <a:ln w="19050">
                <a:solidFill>
                  <a:srgbClr val="333300"/>
                </a:solidFill>
                <a:round/>
                <a:headEnd/>
                <a:tailEnd type="arrow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56" name="直接连接符 419865">
                <a:extLst>
                  <a:ext uri="{FF2B5EF4-FFF2-40B4-BE49-F238E27FC236}">
                    <a16:creationId xmlns:a16="http://schemas.microsoft.com/office/drawing/2014/main" id="{35DB83E8-5F5C-46F0-986B-F54EF15628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6" y="1128"/>
                <a:ext cx="0" cy="336"/>
              </a:xfrm>
              <a:prstGeom prst="line">
                <a:avLst/>
              </a:prstGeom>
              <a:noFill/>
              <a:ln w="19050">
                <a:solidFill>
                  <a:srgbClr val="333300"/>
                </a:solidFill>
                <a:round/>
                <a:headEnd/>
                <a:tailEnd type="arrow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2557" name="文本框 419866">
              <a:extLst>
                <a:ext uri="{FF2B5EF4-FFF2-40B4-BE49-F238E27FC236}">
                  <a16:creationId xmlns:a16="http://schemas.microsoft.com/office/drawing/2014/main" id="{7841BEB4-6ABB-46CE-B2F5-2B63C50D1B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0" y="2712"/>
              <a:ext cx="1838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>
                  <a:solidFill>
                    <a:srgbClr val="3333FF"/>
                  </a:solidFill>
                  <a:ea typeface="宋体" panose="02010600030101010101" pitchFamily="2" charset="-122"/>
                </a:rPr>
                <a:t>赖曼系</a:t>
              </a:r>
              <a:r>
                <a:rPr lang="zh-CN" altLang="en-US" sz="2000">
                  <a:latin typeface="宋体" panose="02010600030101010101" pitchFamily="2" charset="-122"/>
                  <a:ea typeface="宋体" panose="02010600030101010101" pitchFamily="2" charset="-122"/>
                </a:rPr>
                <a:t>（紫外区）</a:t>
              </a:r>
            </a:p>
          </p:txBody>
        </p:sp>
        <p:sp>
          <p:nvSpPr>
            <p:cNvPr id="22558" name="文本框 419867">
              <a:extLst>
                <a:ext uri="{FF2B5EF4-FFF2-40B4-BE49-F238E27FC236}">
                  <a16:creationId xmlns:a16="http://schemas.microsoft.com/office/drawing/2014/main" id="{3260BA31-97B8-43C4-9F87-7E4E59C70B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2" y="1777"/>
              <a:ext cx="1648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>
                  <a:solidFill>
                    <a:srgbClr val="FF0066"/>
                  </a:solidFill>
                  <a:ea typeface="宋体" panose="02010600030101010101" pitchFamily="2" charset="-122"/>
                </a:rPr>
                <a:t>巴耳末系</a:t>
              </a:r>
              <a:r>
                <a:rPr lang="en-US" altLang="zh-CN" sz="2000">
                  <a:latin typeface="宋体" panose="02010600030101010101" pitchFamily="2" charset="-122"/>
                  <a:ea typeface="宋体" panose="02010600030101010101" pitchFamily="2" charset="-122"/>
                </a:rPr>
                <a:t>(</a:t>
              </a:r>
              <a:r>
                <a:rPr lang="zh-CN" altLang="en-US" sz="2000">
                  <a:latin typeface="宋体" panose="02010600030101010101" pitchFamily="2" charset="-122"/>
                  <a:ea typeface="宋体" panose="02010600030101010101" pitchFamily="2" charset="-122"/>
                </a:rPr>
                <a:t>可见区</a:t>
              </a:r>
              <a:r>
                <a:rPr lang="en-US" altLang="zh-CN" sz="2000">
                  <a:latin typeface="宋体" panose="02010600030101010101" pitchFamily="2" charset="-122"/>
                  <a:ea typeface="宋体" panose="02010600030101010101" pitchFamily="2" charset="-122"/>
                </a:rPr>
                <a:t>)</a:t>
              </a:r>
            </a:p>
          </p:txBody>
        </p:sp>
        <p:sp>
          <p:nvSpPr>
            <p:cNvPr id="22559" name="文本框 419868">
              <a:extLst>
                <a:ext uri="{FF2B5EF4-FFF2-40B4-BE49-F238E27FC236}">
                  <a16:creationId xmlns:a16="http://schemas.microsoft.com/office/drawing/2014/main" id="{3D630078-02CE-47BF-9D84-7E68B46761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6" y="1262"/>
              <a:ext cx="1490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>
                  <a:solidFill>
                    <a:srgbClr val="993300"/>
                  </a:solidFill>
                  <a:ea typeface="宋体" panose="02010600030101010101" pitchFamily="2" charset="-122"/>
                </a:rPr>
                <a:t>帕邢系</a:t>
              </a:r>
              <a:r>
                <a:rPr lang="zh-CN" altLang="en-GB" sz="2000">
                  <a:ea typeface="宋体" panose="02010600030101010101" pitchFamily="2" charset="-122"/>
                </a:rPr>
                <a:t>(红外区)</a:t>
              </a:r>
              <a:endParaRPr lang="zh-CN" altLang="en-US" sz="2000">
                <a:ea typeface="宋体" panose="02010600030101010101" pitchFamily="2" charset="-122"/>
              </a:endParaRPr>
            </a:p>
          </p:txBody>
        </p:sp>
        <p:sp>
          <p:nvSpPr>
            <p:cNvPr id="22560" name="文本框 419869">
              <a:extLst>
                <a:ext uri="{FF2B5EF4-FFF2-40B4-BE49-F238E27FC236}">
                  <a16:creationId xmlns:a16="http://schemas.microsoft.com/office/drawing/2014/main" id="{25CBDF7F-CF4F-4121-8B62-8C05473E18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6" y="915"/>
              <a:ext cx="936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>
                  <a:solidFill>
                    <a:srgbClr val="008000"/>
                  </a:solidFill>
                  <a:ea typeface="宋体" panose="02010600030101010101" pitchFamily="2" charset="-122"/>
                </a:rPr>
                <a:t>布喇开系</a:t>
              </a:r>
            </a:p>
          </p:txBody>
        </p:sp>
        <p:grpSp>
          <p:nvGrpSpPr>
            <p:cNvPr id="22561" name="组合 419870">
              <a:extLst>
                <a:ext uri="{FF2B5EF4-FFF2-40B4-BE49-F238E27FC236}">
                  <a16:creationId xmlns:a16="http://schemas.microsoft.com/office/drawing/2014/main" id="{3B80DEBC-DA6B-4FE1-933A-98E97FA616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74" y="3563"/>
              <a:ext cx="2544" cy="283"/>
              <a:chOff x="864" y="3413"/>
              <a:chExt cx="2544" cy="283"/>
            </a:xfrm>
          </p:grpSpPr>
          <p:sp>
            <p:nvSpPr>
              <p:cNvPr id="22562" name="直接连接符 419871">
                <a:extLst>
                  <a:ext uri="{FF2B5EF4-FFF2-40B4-BE49-F238E27FC236}">
                    <a16:creationId xmlns:a16="http://schemas.microsoft.com/office/drawing/2014/main" id="{B18D5231-F765-4075-ABC8-8474101539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552"/>
                <a:ext cx="2304" cy="0"/>
              </a:xfrm>
              <a:prstGeom prst="line">
                <a:avLst/>
              </a:prstGeom>
              <a:noFill/>
              <a:ln w="539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63" name="文本框 419872">
                <a:extLst>
                  <a:ext uri="{FF2B5EF4-FFF2-40B4-BE49-F238E27FC236}">
                    <a16:creationId xmlns:a16="http://schemas.microsoft.com/office/drawing/2014/main" id="{56B866B8-47B2-4F25-82A8-42A2BF44E5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4" y="3413"/>
                <a:ext cx="230" cy="2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>
                    <a:ea typeface="宋体" panose="02010600030101010101" pitchFamily="2" charset="-122"/>
                  </a:rPr>
                  <a:t>1</a:t>
                </a:r>
              </a:p>
            </p:txBody>
          </p:sp>
        </p:grpSp>
        <p:grpSp>
          <p:nvGrpSpPr>
            <p:cNvPr id="22564" name="组合 419873">
              <a:extLst>
                <a:ext uri="{FF2B5EF4-FFF2-40B4-BE49-F238E27FC236}">
                  <a16:creationId xmlns:a16="http://schemas.microsoft.com/office/drawing/2014/main" id="{9D8D77D8-0BD2-4801-A721-C6665FAFBD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89" y="2094"/>
              <a:ext cx="2553" cy="283"/>
              <a:chOff x="807" y="1944"/>
              <a:chExt cx="2553" cy="283"/>
            </a:xfrm>
          </p:grpSpPr>
          <p:sp>
            <p:nvSpPr>
              <p:cNvPr id="22565" name="直接连接符 419874">
                <a:extLst>
                  <a:ext uri="{FF2B5EF4-FFF2-40B4-BE49-F238E27FC236}">
                    <a16:creationId xmlns:a16="http://schemas.microsoft.com/office/drawing/2014/main" id="{DFB45523-F357-49F9-891A-A036DB2747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6" y="2064"/>
                <a:ext cx="2304" cy="0"/>
              </a:xfrm>
              <a:prstGeom prst="line">
                <a:avLst/>
              </a:prstGeom>
              <a:noFill/>
              <a:ln w="539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66" name="文本框 419875">
                <a:extLst>
                  <a:ext uri="{FF2B5EF4-FFF2-40B4-BE49-F238E27FC236}">
                    <a16:creationId xmlns:a16="http://schemas.microsoft.com/office/drawing/2014/main" id="{E1640D87-B29D-42F1-8C5D-AAD01FF3B2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07" y="1944"/>
                <a:ext cx="230" cy="2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>
                    <a:ea typeface="宋体" panose="02010600030101010101" pitchFamily="2" charset="-122"/>
                  </a:rPr>
                  <a:t>2</a:t>
                </a:r>
              </a:p>
            </p:txBody>
          </p:sp>
        </p:grpSp>
        <p:grpSp>
          <p:nvGrpSpPr>
            <p:cNvPr id="22567" name="组合 419876">
              <a:extLst>
                <a:ext uri="{FF2B5EF4-FFF2-40B4-BE49-F238E27FC236}">
                  <a16:creationId xmlns:a16="http://schemas.microsoft.com/office/drawing/2014/main" id="{A141736E-9458-4BC1-9E86-AA854330FF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50" y="633"/>
              <a:ext cx="2544" cy="533"/>
              <a:chOff x="768" y="495"/>
              <a:chExt cx="2544" cy="533"/>
            </a:xfrm>
          </p:grpSpPr>
          <p:sp>
            <p:nvSpPr>
              <p:cNvPr id="22568" name="直接连接符 419877">
                <a:extLst>
                  <a:ext uri="{FF2B5EF4-FFF2-40B4-BE49-F238E27FC236}">
                    <a16:creationId xmlns:a16="http://schemas.microsoft.com/office/drawing/2014/main" id="{A76A2774-34E7-45AB-9A1C-D2AEC04F54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8" y="672"/>
                <a:ext cx="2304" cy="0"/>
              </a:xfrm>
              <a:prstGeom prst="line">
                <a:avLst/>
              </a:prstGeom>
              <a:noFill/>
              <a:ln w="539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69" name="直接连接符 419878">
                <a:extLst>
                  <a:ext uri="{FF2B5EF4-FFF2-40B4-BE49-F238E27FC236}">
                    <a16:creationId xmlns:a16="http://schemas.microsoft.com/office/drawing/2014/main" id="{1C100D29-8EE9-4228-9977-AA92FD716D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8" y="816"/>
                <a:ext cx="2304" cy="0"/>
              </a:xfrm>
              <a:prstGeom prst="line">
                <a:avLst/>
              </a:prstGeom>
              <a:noFill/>
              <a:ln w="539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70" name="文本框 419879">
                <a:extLst>
                  <a:ext uri="{FF2B5EF4-FFF2-40B4-BE49-F238E27FC236}">
                    <a16:creationId xmlns:a16="http://schemas.microsoft.com/office/drawing/2014/main" id="{9C0B13EE-3808-4977-A9CF-F891154685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6" y="600"/>
                <a:ext cx="230" cy="2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>
                    <a:ea typeface="宋体" panose="02010600030101010101" pitchFamily="2" charset="-122"/>
                  </a:rPr>
                  <a:t>6</a:t>
                </a:r>
              </a:p>
            </p:txBody>
          </p:sp>
          <p:sp>
            <p:nvSpPr>
              <p:cNvPr id="22571" name="文本框 419880">
                <a:extLst>
                  <a:ext uri="{FF2B5EF4-FFF2-40B4-BE49-F238E27FC236}">
                    <a16:creationId xmlns:a16="http://schemas.microsoft.com/office/drawing/2014/main" id="{48F24B37-9DA0-4673-BFB8-7808F70384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8" y="495"/>
                <a:ext cx="270" cy="2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>
                    <a:ea typeface="宋体" panose="02010600030101010101" pitchFamily="2" charset="-122"/>
                    <a:sym typeface="Symbol Set SWA" pitchFamily="18" charset="2"/>
                  </a:rPr>
                  <a:t></a:t>
                </a:r>
                <a:endParaRPr lang="en-US" altLang="zh-CN" sz="2000">
                  <a:ea typeface="宋体" panose="02010600030101010101" pitchFamily="2" charset="-122"/>
                </a:endParaRPr>
              </a:p>
            </p:txBody>
          </p:sp>
          <p:sp>
            <p:nvSpPr>
              <p:cNvPr id="22572" name="直接连接符 419881">
                <a:extLst>
                  <a:ext uri="{FF2B5EF4-FFF2-40B4-BE49-F238E27FC236}">
                    <a16:creationId xmlns:a16="http://schemas.microsoft.com/office/drawing/2014/main" id="{DBA593E3-A6A6-4521-BB93-D636A28DC3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8" y="720"/>
                <a:ext cx="2304" cy="0"/>
              </a:xfrm>
              <a:prstGeom prst="line">
                <a:avLst/>
              </a:prstGeom>
              <a:noFill/>
              <a:ln w="539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73" name="文本框 419882">
                <a:extLst>
                  <a:ext uri="{FF2B5EF4-FFF2-40B4-BE49-F238E27FC236}">
                    <a16:creationId xmlns:a16="http://schemas.microsoft.com/office/drawing/2014/main" id="{BE77BC6D-2A09-4B9D-ACCF-A046CB6B78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0" y="744"/>
                <a:ext cx="230" cy="2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>
                    <a:ea typeface="宋体" panose="02010600030101010101" pitchFamily="2" charset="-122"/>
                  </a:rPr>
                  <a:t>5</a:t>
                </a:r>
              </a:p>
            </p:txBody>
          </p:sp>
        </p:grpSp>
        <p:grpSp>
          <p:nvGrpSpPr>
            <p:cNvPr id="22574" name="组合 419883">
              <a:extLst>
                <a:ext uri="{FF2B5EF4-FFF2-40B4-BE49-F238E27FC236}">
                  <a16:creationId xmlns:a16="http://schemas.microsoft.com/office/drawing/2014/main" id="{155CFBB2-ADFD-4EB5-831B-B717011FE6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71" y="1493"/>
              <a:ext cx="2523" cy="283"/>
              <a:chOff x="789" y="1355"/>
              <a:chExt cx="2523" cy="283"/>
            </a:xfrm>
          </p:grpSpPr>
          <p:sp>
            <p:nvSpPr>
              <p:cNvPr id="22575" name="直接连接符 419884">
                <a:extLst>
                  <a:ext uri="{FF2B5EF4-FFF2-40B4-BE49-F238E27FC236}">
                    <a16:creationId xmlns:a16="http://schemas.microsoft.com/office/drawing/2014/main" id="{F7C9E45F-C6C1-4AF4-AAB8-FC0BB6090F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8" y="1440"/>
                <a:ext cx="2304" cy="0"/>
              </a:xfrm>
              <a:prstGeom prst="line">
                <a:avLst/>
              </a:prstGeom>
              <a:noFill/>
              <a:ln w="539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76" name="文本框 419885">
                <a:extLst>
                  <a:ext uri="{FF2B5EF4-FFF2-40B4-BE49-F238E27FC236}">
                    <a16:creationId xmlns:a16="http://schemas.microsoft.com/office/drawing/2014/main" id="{C002EABB-A59E-4BB3-BE13-2DAD1A6886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9" y="1355"/>
                <a:ext cx="230" cy="2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>
                    <a:ea typeface="宋体" panose="02010600030101010101" pitchFamily="2" charset="-122"/>
                  </a:rPr>
                  <a:t>3</a:t>
                </a:r>
              </a:p>
            </p:txBody>
          </p:sp>
        </p:grpSp>
        <p:grpSp>
          <p:nvGrpSpPr>
            <p:cNvPr id="22577" name="组合 419886">
              <a:extLst>
                <a:ext uri="{FF2B5EF4-FFF2-40B4-BE49-F238E27FC236}">
                  <a16:creationId xmlns:a16="http://schemas.microsoft.com/office/drawing/2014/main" id="{DE228F25-C4D8-4C94-AA4B-F8D24F2F1F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50" y="1074"/>
              <a:ext cx="2544" cy="283"/>
              <a:chOff x="768" y="936"/>
              <a:chExt cx="2544" cy="283"/>
            </a:xfrm>
          </p:grpSpPr>
          <p:sp>
            <p:nvSpPr>
              <p:cNvPr id="22578" name="直接连接符 419887">
                <a:extLst>
                  <a:ext uri="{FF2B5EF4-FFF2-40B4-BE49-F238E27FC236}">
                    <a16:creationId xmlns:a16="http://schemas.microsoft.com/office/drawing/2014/main" id="{2DB4C176-ED37-49A2-8E2C-AEA79125DA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8" y="1056"/>
                <a:ext cx="2304" cy="0"/>
              </a:xfrm>
              <a:prstGeom prst="line">
                <a:avLst/>
              </a:prstGeom>
              <a:noFill/>
              <a:ln w="539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79" name="文本框 419888">
                <a:extLst>
                  <a:ext uri="{FF2B5EF4-FFF2-40B4-BE49-F238E27FC236}">
                    <a16:creationId xmlns:a16="http://schemas.microsoft.com/office/drawing/2014/main" id="{A4B73494-6481-4EF6-83E7-30AA3AA118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8" y="936"/>
                <a:ext cx="230" cy="2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>
                    <a:ea typeface="宋体" panose="02010600030101010101" pitchFamily="2" charset="-122"/>
                  </a:rPr>
                  <a:t>4</a:t>
                </a:r>
              </a:p>
            </p:txBody>
          </p:sp>
        </p:grpSp>
      </p:grpSp>
      <p:graphicFrame>
        <p:nvGraphicFramePr>
          <p:cNvPr id="419891" name="对象 419890">
            <a:extLst>
              <a:ext uri="{FF2B5EF4-FFF2-40B4-BE49-F238E27FC236}">
                <a16:creationId xmlns:a16="http://schemas.microsoft.com/office/drawing/2014/main" id="{BADD862E-D6A5-4618-AE73-429432DA4D0D}"/>
              </a:ext>
            </a:extLst>
          </p:cNvPr>
          <p:cNvGraphicFramePr>
            <a:graphicFrameLocks/>
          </p:cNvGraphicFramePr>
          <p:nvPr/>
        </p:nvGraphicFramePr>
        <p:xfrm>
          <a:off x="6911975" y="3713163"/>
          <a:ext cx="1789113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90" r:id="rId7" imgW="825142" imgH="393529" progId="Equation.DSMT4">
                  <p:embed/>
                </p:oleObj>
              </mc:Choice>
              <mc:Fallback>
                <p:oleObj r:id="rId7" imgW="825142" imgH="393529" progId="Equation.DSMT4">
                  <p:embed/>
                  <p:pic>
                    <p:nvPicPr>
                      <p:cNvPr id="0" name="对象 419890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1975" y="3713163"/>
                        <a:ext cx="1789113" cy="85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92" name="矩形 419891">
            <a:extLst>
              <a:ext uri="{FF2B5EF4-FFF2-40B4-BE49-F238E27FC236}">
                <a16:creationId xmlns:a16="http://schemas.microsoft.com/office/drawing/2014/main" id="{E204531D-5037-48AA-AF67-833BE56C73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1063" y="2654300"/>
            <a:ext cx="1295400" cy="457200"/>
          </a:xfrm>
          <a:prstGeom prst="rect">
            <a:avLst/>
          </a:prstGeom>
          <a:noFill/>
          <a:ln w="38100" cmpd="dbl">
            <a:solidFill>
              <a:srgbClr val="0099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hangingPunct="0">
              <a:spcBef>
                <a:spcPct val="50000"/>
              </a:spcBef>
            </a:pPr>
            <a:endParaRPr lang="zh-CN" altLang="en-US"/>
          </a:p>
        </p:txBody>
      </p:sp>
      <p:sp>
        <p:nvSpPr>
          <p:cNvPr id="419893" name="矩形 419892">
            <a:extLst>
              <a:ext uri="{FF2B5EF4-FFF2-40B4-BE49-F238E27FC236}">
                <a16:creationId xmlns:a16="http://schemas.microsoft.com/office/drawing/2014/main" id="{E13FA9A8-218C-4412-B5B6-CD08F746B1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0300" y="4313238"/>
            <a:ext cx="1354138" cy="457200"/>
          </a:xfrm>
          <a:prstGeom prst="rect">
            <a:avLst/>
          </a:prstGeom>
          <a:noFill/>
          <a:ln w="38100" cmpd="dbl">
            <a:solidFill>
              <a:srgbClr val="0099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hangingPunct="0">
              <a:spcBef>
                <a:spcPct val="50000"/>
              </a:spcBef>
            </a:pPr>
            <a:endParaRPr lang="zh-CN" altLang="en-US"/>
          </a:p>
        </p:txBody>
      </p:sp>
      <p:sp>
        <p:nvSpPr>
          <p:cNvPr id="419894" name="矩形 419893">
            <a:extLst>
              <a:ext uri="{FF2B5EF4-FFF2-40B4-BE49-F238E27FC236}">
                <a16:creationId xmlns:a16="http://schemas.microsoft.com/office/drawing/2014/main" id="{CCAF3FBF-7E84-4530-883A-A9002B842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775" y="4306888"/>
            <a:ext cx="1203325" cy="457200"/>
          </a:xfrm>
          <a:prstGeom prst="rect">
            <a:avLst/>
          </a:prstGeom>
          <a:noFill/>
          <a:ln w="38100" cmpd="dbl">
            <a:solidFill>
              <a:srgbClr val="0099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hangingPunct="0">
              <a:spcBef>
                <a:spcPct val="50000"/>
              </a:spcBef>
            </a:pPr>
            <a:endParaRPr lang="zh-CN" altLang="en-US"/>
          </a:p>
        </p:txBody>
      </p:sp>
      <p:sp>
        <p:nvSpPr>
          <p:cNvPr id="419895" name="矩形 419894">
            <a:extLst>
              <a:ext uri="{FF2B5EF4-FFF2-40B4-BE49-F238E27FC236}">
                <a16:creationId xmlns:a16="http://schemas.microsoft.com/office/drawing/2014/main" id="{CBB1569A-D70D-45B2-831D-9B7982CEE8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463" y="2671763"/>
            <a:ext cx="1203325" cy="457200"/>
          </a:xfrm>
          <a:prstGeom prst="rect">
            <a:avLst/>
          </a:prstGeom>
          <a:noFill/>
          <a:ln w="38100" cmpd="dbl">
            <a:solidFill>
              <a:srgbClr val="0099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hangingPunct="0">
              <a:spcBef>
                <a:spcPct val="50000"/>
              </a:spcBef>
            </a:pPr>
            <a:endParaRPr lang="zh-CN" altLang="en-US"/>
          </a:p>
        </p:txBody>
      </p:sp>
      <p:sp>
        <p:nvSpPr>
          <p:cNvPr id="419896" name="矩形 419895">
            <a:extLst>
              <a:ext uri="{FF2B5EF4-FFF2-40B4-BE49-F238E27FC236}">
                <a16:creationId xmlns:a16="http://schemas.microsoft.com/office/drawing/2014/main" id="{7152F2EF-1853-4E02-9D08-1E628FD54ED7}"/>
              </a:ext>
            </a:extLst>
          </p:cNvPr>
          <p:cNvSpPr/>
          <p:nvPr/>
        </p:nvSpPr>
        <p:spPr>
          <a:xfrm>
            <a:off x="231775" y="4171950"/>
            <a:ext cx="5980113" cy="10795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  <a:spcBef>
                <a:spcPct val="50000"/>
              </a:spcBef>
              <a:defRPr/>
            </a:pPr>
            <a:r>
              <a:rPr lang="zh-CN" altLang="en-US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一条能级则对应于电子的一组状态</a:t>
            </a:r>
          </a:p>
          <a:p>
            <a:pPr>
              <a:lnSpc>
                <a:spcPct val="135000"/>
              </a:lnSpc>
              <a:spcBef>
                <a:spcPct val="50000"/>
              </a:spcBef>
              <a:defRPr/>
            </a:pPr>
            <a:r>
              <a:rPr lang="zh-CN" altLang="en-US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（用</a:t>
            </a:r>
            <a:r>
              <a:rPr lang="en-US" altLang="zh-CN" i="1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</a:t>
            </a:r>
            <a:r>
              <a:rPr lang="en-US" altLang="zh-CN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</a:t>
            </a:r>
            <a:r>
              <a:rPr lang="en-US" altLang="zh-CN" i="1" baseline="-2500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n</a:t>
            </a:r>
            <a:r>
              <a:rPr lang="en-US" altLang="zh-CN" i="1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,</a:t>
            </a:r>
            <a:r>
              <a:rPr lang="en-US" altLang="zh-CN" i="1" baseline="-2500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l</a:t>
            </a:r>
            <a:r>
              <a:rPr lang="en-US" altLang="zh-CN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, </a:t>
            </a:r>
            <a:r>
              <a:rPr lang="en-US" altLang="zh-CN" i="1" baseline="-2500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ml </a:t>
            </a:r>
            <a:r>
              <a:rPr lang="en-US" altLang="zh-CN" baseline="-25000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 </a:t>
            </a:r>
            <a:r>
              <a:rPr lang="zh-CN" altLang="en-US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来描述）</a:t>
            </a:r>
          </a:p>
        </p:txBody>
      </p:sp>
      <p:sp>
        <p:nvSpPr>
          <p:cNvPr id="22546" name="矩形 419896">
            <a:extLst>
              <a:ext uri="{FF2B5EF4-FFF2-40B4-BE49-F238E27FC236}">
                <a16:creationId xmlns:a16="http://schemas.microsoft.com/office/drawing/2014/main" id="{222A7E70-8D02-4CBF-8450-28B87F242C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0" y="5395913"/>
            <a:ext cx="6049963" cy="1509712"/>
          </a:xfrm>
          <a:prstGeom prst="rect">
            <a:avLst/>
          </a:prstGeom>
          <a:noFill/>
          <a:ln w="38100">
            <a:pattFill prst="dkUpDiag">
              <a:fgClr>
                <a:srgbClr val="398B81"/>
              </a:fgClr>
              <a:bgClr>
                <a:srgbClr val="FFFFFF"/>
              </a:bgClr>
            </a:patt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hangingPunct="0">
              <a:spcBef>
                <a:spcPct val="50000"/>
              </a:spcBef>
            </a:pPr>
            <a:endParaRPr lang="zh-CN" altLang="en-US"/>
          </a:p>
        </p:txBody>
      </p:sp>
      <p:graphicFrame>
        <p:nvGraphicFramePr>
          <p:cNvPr id="12" name="Object 2">
            <a:extLst>
              <a:ext uri="{FF2B5EF4-FFF2-40B4-BE49-F238E27FC236}">
                <a16:creationId xmlns:a16="http://schemas.microsoft.com/office/drawing/2014/main" id="{DA98DEE2-4644-4FD8-9B3A-C157478B64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81113" y="5827713"/>
          <a:ext cx="470535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91" r:id="rId9" imgW="2081896" imgH="241195" progId="Equation.DSMT4">
                  <p:embed/>
                </p:oleObj>
              </mc:Choice>
              <mc:Fallback>
                <p:oleObj r:id="rId9" imgW="2081896" imgH="241195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1113" y="5827713"/>
                        <a:ext cx="470535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1095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419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19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19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19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19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419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419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19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19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419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22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ldLvl="0" animBg="1"/>
      <p:bldP spid="9" grpId="0"/>
      <p:bldP spid="419843" grpId="0"/>
      <p:bldP spid="419844" grpId="0"/>
      <p:bldP spid="419845" grpId="0"/>
      <p:bldP spid="419847" grpId="0"/>
      <p:bldP spid="41989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文本框 421925">
            <a:extLst>
              <a:ext uri="{FF2B5EF4-FFF2-40B4-BE49-F238E27FC236}">
                <a16:creationId xmlns:a16="http://schemas.microsoft.com/office/drawing/2014/main" id="{337C1CF8-83D2-4612-BBF4-0CB03069D7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60350"/>
            <a:ext cx="52070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sz="2800">
                <a:solidFill>
                  <a:schemeClr val="tx2"/>
                </a:solidFill>
                <a:ea typeface="黑体" panose="02010609060101010101" pitchFamily="49" charset="-122"/>
                <a:sym typeface="宋体" panose="02010600030101010101" pitchFamily="2" charset="-122"/>
              </a:rPr>
              <a:t>五、与玻尔氢原子理论的对比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837CF5B3-2EF7-48E1-87CA-4CA967C083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" y="982663"/>
            <a:ext cx="8305800" cy="46196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1"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、轨道角动量量子化和角量子数</a:t>
            </a:r>
            <a:r>
              <a:rPr kumimoji="1" lang="en-US" altLang="zh-CN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kumimoji="1"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4C13A344-3AA6-44CC-BFC2-77BD25749A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675" y="1570038"/>
            <a:ext cx="5016500" cy="46196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zh-CN" altLang="en-US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电子绕核运动角动量大小为</a:t>
            </a:r>
          </a:p>
        </p:txBody>
      </p:sp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AD275798-9C8E-4FFB-9222-04EB33AD7B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99050" y="1485900"/>
          <a:ext cx="2138363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3" r:id="rId3" imgW="1600920" imgH="393120" progId="Equation.DSMT4">
                  <p:embed/>
                </p:oleObj>
              </mc:Choice>
              <mc:Fallback>
                <p:oleObj r:id="rId3" imgW="1600920" imgH="39312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9050" y="1485900"/>
                        <a:ext cx="2138363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7">
            <a:extLst>
              <a:ext uri="{FF2B5EF4-FFF2-40B4-BE49-F238E27FC236}">
                <a16:creationId xmlns:a16="http://schemas.microsoft.com/office/drawing/2014/main" id="{B557927B-50C9-49B5-967B-E61968A506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149475"/>
            <a:ext cx="4368800" cy="46196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zh-CN" altLang="en-US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角量子数（</a:t>
            </a:r>
            <a:r>
              <a:rPr lang="zh-CN" altLang="en-US">
                <a:solidFill>
                  <a:srgbClr val="FF0066"/>
                </a:solidFill>
                <a:ea typeface="+mn-ea"/>
                <a:cs typeface="Times New Roman" panose="02020603050405020304" pitchFamily="18" charset="0"/>
              </a:rPr>
              <a:t>副量子数</a:t>
            </a:r>
            <a:r>
              <a:rPr lang="zh-CN" altLang="en-US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）：</a:t>
            </a:r>
          </a:p>
        </p:txBody>
      </p:sp>
      <p:graphicFrame>
        <p:nvGraphicFramePr>
          <p:cNvPr id="8" name="Object 3">
            <a:extLst>
              <a:ext uri="{FF2B5EF4-FFF2-40B4-BE49-F238E27FC236}">
                <a16:creationId xmlns:a16="http://schemas.microsoft.com/office/drawing/2014/main" id="{656B6FE6-31BA-4E36-A33C-019C096204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99050" y="2162175"/>
          <a:ext cx="2563813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4" r:id="rId5" imgW="1842480" imgH="317160" progId="Equation.DSMT4">
                  <p:embed/>
                </p:oleObj>
              </mc:Choice>
              <mc:Fallback>
                <p:oleObj r:id="rId5" imgW="1842480" imgH="31716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9050" y="2162175"/>
                        <a:ext cx="2563813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8819" name="Object 8">
            <a:extLst>
              <a:ext uri="{FF2B5EF4-FFF2-40B4-BE49-F238E27FC236}">
                <a16:creationId xmlns:a16="http://schemas.microsoft.com/office/drawing/2014/main" id="{1F2EA61F-ED87-4569-B0D3-A97DFFCBD96F}"/>
              </a:ext>
            </a:extLst>
          </p:cNvPr>
          <p:cNvGraphicFramePr>
            <a:graphicFrameLocks/>
          </p:cNvGraphicFramePr>
          <p:nvPr/>
        </p:nvGraphicFramePr>
        <p:xfrm>
          <a:off x="1416050" y="3267075"/>
          <a:ext cx="2781300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5" r:id="rId7" imgW="1295280" imgH="393480" progId="Equation.DSMT4">
                  <p:embed/>
                </p:oleObj>
              </mc:Choice>
              <mc:Fallback>
                <p:oleObj r:id="rId7" imgW="1295280" imgH="393480" progId="Equation.DSMT4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6050" y="3267075"/>
                        <a:ext cx="2781300" cy="839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8820" name="Text Box 4">
            <a:extLst>
              <a:ext uri="{FF2B5EF4-FFF2-40B4-BE49-F238E27FC236}">
                <a16:creationId xmlns:a16="http://schemas.microsoft.com/office/drawing/2014/main" id="{B9D943DF-A4DC-4984-AADC-0F840B550293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4748213" y="3411538"/>
            <a:ext cx="38163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b="0" i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n </a:t>
            </a:r>
            <a:r>
              <a:rPr kumimoji="1" lang="en-US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= 1, 2, 3, </a:t>
            </a:r>
            <a:r>
              <a:rPr kumimoji="1" lang="en-US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  <a:sym typeface="Symbol" panose="05050102010706020507" pitchFamily="18" charset="2"/>
              </a:rPr>
              <a:t></a:t>
            </a:r>
            <a:endParaRPr kumimoji="1" lang="en-US" altLang="zh-CN" b="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49" charset="-122"/>
            </a:endParaRPr>
          </a:p>
        </p:txBody>
      </p:sp>
      <p:sp>
        <p:nvSpPr>
          <p:cNvPr id="23561" name="文本框 421925">
            <a:extLst>
              <a:ext uri="{FF2B5EF4-FFF2-40B4-BE49-F238E27FC236}">
                <a16:creationId xmlns:a16="http://schemas.microsoft.com/office/drawing/2014/main" id="{30F6B1A1-1B7C-4B5C-B4A3-5DABB9F65A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" y="2757488"/>
            <a:ext cx="26876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sz="2800">
                <a:solidFill>
                  <a:schemeClr val="tx2"/>
                </a:solidFill>
                <a:ea typeface="黑体" panose="02010609060101010101" pitchFamily="49" charset="-122"/>
                <a:sym typeface="宋体" panose="02010600030101010101" pitchFamily="2" charset="-122"/>
              </a:rPr>
              <a:t>玻尔理论：</a:t>
            </a:r>
            <a:endParaRPr lang="en-US" altLang="zh-CN" sz="2800">
              <a:solidFill>
                <a:schemeClr val="tx2"/>
              </a:solidFill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3E6CB49F-8DE9-4532-90E3-A33D1333A0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275" y="2816225"/>
            <a:ext cx="5016500" cy="4603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zh-CN" altLang="en-US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只说明是量子化的，表达式不对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058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058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7" grpId="0" bldLvl="0" animBg="1"/>
      <p:bldP spid="1058820" grpId="0"/>
      <p:bldP spid="23561" grpId="0"/>
      <p:bldP spid="11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7" name="Group 66">
            <a:extLst>
              <a:ext uri="{FF2B5EF4-FFF2-40B4-BE49-F238E27FC236}">
                <a16:creationId xmlns:a16="http://schemas.microsoft.com/office/drawing/2014/main" id="{71A2D4AD-C1E1-4448-AA34-3A6640B9960D}"/>
              </a:ext>
            </a:extLst>
          </p:cNvPr>
          <p:cNvGrpSpPr>
            <a:grpSpLocks/>
          </p:cNvGrpSpPr>
          <p:nvPr/>
        </p:nvGrpSpPr>
        <p:grpSpPr bwMode="auto">
          <a:xfrm>
            <a:off x="285750" y="346075"/>
            <a:ext cx="6934200" cy="601663"/>
            <a:chOff x="180" y="1290"/>
            <a:chExt cx="4368" cy="379"/>
          </a:xfrm>
        </p:grpSpPr>
        <p:sp>
          <p:nvSpPr>
            <p:cNvPr id="9" name="Text Box 9">
              <a:extLst>
                <a:ext uri="{FF2B5EF4-FFF2-40B4-BE49-F238E27FC236}">
                  <a16:creationId xmlns:a16="http://schemas.microsoft.com/office/drawing/2014/main" id="{F03693B6-7BAC-465E-9DEE-E88E382FE3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" y="1344"/>
              <a:ext cx="4368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1" lang="en-US" altLang="zh-CN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r>
                <a:rPr kumimoji="1" lang="zh-CN" altLang="en-US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、轨道角动量空间取向量子化和磁量子数</a:t>
              </a:r>
            </a:p>
          </p:txBody>
        </p:sp>
        <p:graphicFrame>
          <p:nvGraphicFramePr>
            <p:cNvPr id="24579" name="Object 4">
              <a:extLst>
                <a:ext uri="{FF2B5EF4-FFF2-40B4-BE49-F238E27FC236}">
                  <a16:creationId xmlns:a16="http://schemas.microsoft.com/office/drawing/2014/main" id="{8AD1D01D-7D4B-4100-A60F-6E759813A64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70" y="1290"/>
            <a:ext cx="333" cy="3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94" r:id="rId3" imgW="292320" imgH="355320" progId="Equation.DSMT4">
                    <p:embed/>
                  </p:oleObj>
                </mc:Choice>
                <mc:Fallback>
                  <p:oleObj r:id="rId3" imgW="292320" imgH="35532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70" y="1290"/>
                          <a:ext cx="333" cy="3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64">
            <a:extLst>
              <a:ext uri="{FF2B5EF4-FFF2-40B4-BE49-F238E27FC236}">
                <a16:creationId xmlns:a16="http://schemas.microsoft.com/office/drawing/2014/main" id="{3BC1F4B8-9113-415A-8CEB-53CE53C03BAA}"/>
              </a:ext>
            </a:extLst>
          </p:cNvPr>
          <p:cNvGrpSpPr>
            <a:grpSpLocks/>
          </p:cNvGrpSpPr>
          <p:nvPr/>
        </p:nvGrpSpPr>
        <p:grpSpPr bwMode="auto">
          <a:xfrm>
            <a:off x="709613" y="1079500"/>
            <a:ext cx="5962650" cy="519113"/>
            <a:chOff x="447" y="1897"/>
            <a:chExt cx="3756" cy="32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EAC8FE5-C57F-4F85-B661-1171F874FC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" y="1897"/>
              <a:ext cx="3671" cy="29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defRPr/>
              </a:pPr>
              <a:r>
                <a:rPr lang="zh-CN" altLang="en-US" dirty="0">
                  <a:solidFill>
                    <a:schemeClr val="tx1"/>
                  </a:solidFill>
                  <a:ea typeface="+mn-ea"/>
                  <a:cs typeface="Times New Roman" panose="02020603050405020304" pitchFamily="18" charset="0"/>
                </a:rPr>
                <a:t>轨道角动量在外磁场方向的投影为</a:t>
              </a:r>
            </a:p>
          </p:txBody>
        </p:sp>
        <p:graphicFrame>
          <p:nvGraphicFramePr>
            <p:cNvPr id="24582" name="Object 5">
              <a:extLst>
                <a:ext uri="{FF2B5EF4-FFF2-40B4-BE49-F238E27FC236}">
                  <a16:creationId xmlns:a16="http://schemas.microsoft.com/office/drawing/2014/main" id="{BB41B09B-76B9-41E5-8B0A-D8B9D14B5C2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20" y="1904"/>
            <a:ext cx="783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95" r:id="rId5" imgW="902160" imgH="355320" progId="Equation.DSMT4">
                    <p:embed/>
                  </p:oleObj>
                </mc:Choice>
                <mc:Fallback>
                  <p:oleObj r:id="rId5" imgW="902160" imgH="35532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0" y="1904"/>
                          <a:ext cx="783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65">
            <a:extLst>
              <a:ext uri="{FF2B5EF4-FFF2-40B4-BE49-F238E27FC236}">
                <a16:creationId xmlns:a16="http://schemas.microsoft.com/office/drawing/2014/main" id="{CE6B5158-0B4B-4E9F-A51E-D983FACD32DE}"/>
              </a:ext>
            </a:extLst>
          </p:cNvPr>
          <p:cNvGrpSpPr>
            <a:grpSpLocks/>
          </p:cNvGrpSpPr>
          <p:nvPr/>
        </p:nvGrpSpPr>
        <p:grpSpPr bwMode="auto">
          <a:xfrm>
            <a:off x="733425" y="1636713"/>
            <a:ext cx="4240213" cy="523875"/>
            <a:chOff x="369" y="2213"/>
            <a:chExt cx="2671" cy="330"/>
          </a:xfrm>
        </p:grpSpPr>
        <p:sp>
          <p:nvSpPr>
            <p:cNvPr id="15" name="Text Box 13">
              <a:extLst>
                <a:ext uri="{FF2B5EF4-FFF2-40B4-BE49-F238E27FC236}">
                  <a16:creationId xmlns:a16="http://schemas.microsoft.com/office/drawing/2014/main" id="{7E024A50-BC9D-419C-8A01-65C71C34E4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" y="2221"/>
              <a:ext cx="1056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defRPr/>
              </a:pPr>
              <a:r>
                <a:rPr lang="zh-CN" altLang="en-US" dirty="0">
                  <a:solidFill>
                    <a:schemeClr val="tx1"/>
                  </a:solidFill>
                  <a:ea typeface="+mn-ea"/>
                  <a:cs typeface="Times New Roman" panose="02020603050405020304" pitchFamily="18" charset="0"/>
                </a:rPr>
                <a:t>磁量子数</a:t>
              </a:r>
            </a:p>
          </p:txBody>
        </p:sp>
        <p:graphicFrame>
          <p:nvGraphicFramePr>
            <p:cNvPr id="24585" name="Object 6">
              <a:extLst>
                <a:ext uri="{FF2B5EF4-FFF2-40B4-BE49-F238E27FC236}">
                  <a16:creationId xmlns:a16="http://schemas.microsoft.com/office/drawing/2014/main" id="{AD5F608E-2948-48E2-B97D-AC5D570FF86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19" y="2213"/>
            <a:ext cx="1821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96" r:id="rId7" imgW="1969560" imgH="355320" progId="Equation.DSMT4">
                    <p:embed/>
                  </p:oleObj>
                </mc:Choice>
                <mc:Fallback>
                  <p:oleObj r:id="rId7" imgW="1969560" imgH="35532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9" y="2213"/>
                          <a:ext cx="1821" cy="3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文本框 421925">
            <a:extLst>
              <a:ext uri="{FF2B5EF4-FFF2-40B4-BE49-F238E27FC236}">
                <a16:creationId xmlns:a16="http://schemas.microsoft.com/office/drawing/2014/main" id="{21C15A59-D1E7-4392-B3D5-C1C6F20B8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738" y="2262188"/>
            <a:ext cx="268763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sz="2800">
                <a:solidFill>
                  <a:schemeClr val="tx2"/>
                </a:solidFill>
                <a:ea typeface="黑体" panose="02010609060101010101" pitchFamily="49" charset="-122"/>
                <a:sym typeface="宋体" panose="02010600030101010101" pitchFamily="2" charset="-122"/>
              </a:rPr>
              <a:t>玻尔理论：</a:t>
            </a:r>
            <a:r>
              <a:rPr lang="zh-CN" altLang="zh-CN" sz="2800">
                <a:solidFill>
                  <a:schemeClr val="tx2"/>
                </a:solidFill>
                <a:ea typeface="黑体" panose="02010609060101010101" pitchFamily="49" charset="-122"/>
                <a:sym typeface="宋体" panose="02010600030101010101" pitchFamily="2" charset="-122"/>
              </a:rPr>
              <a:t>无</a:t>
            </a:r>
          </a:p>
        </p:txBody>
      </p:sp>
      <p:sp>
        <p:nvSpPr>
          <p:cNvPr id="31781" name="文本框 421925">
            <a:extLst>
              <a:ext uri="{FF2B5EF4-FFF2-40B4-BE49-F238E27FC236}">
                <a16:creationId xmlns:a16="http://schemas.microsoft.com/office/drawing/2014/main" id="{1E67618F-4893-4A53-AF00-D040E6D858E5}"/>
              </a:ext>
            </a:extLst>
          </p:cNvPr>
          <p:cNvSpPr txBox="1"/>
          <p:nvPr/>
        </p:nvSpPr>
        <p:spPr bwMode="auto">
          <a:xfrm>
            <a:off x="331788" y="2833688"/>
            <a:ext cx="4178300" cy="52228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4、电子的概率密度分布</a:t>
            </a:r>
          </a:p>
        </p:txBody>
      </p:sp>
      <p:graphicFrame>
        <p:nvGraphicFramePr>
          <p:cNvPr id="461828" name="对象 461827">
            <a:extLst>
              <a:ext uri="{FF2B5EF4-FFF2-40B4-BE49-F238E27FC236}">
                <a16:creationId xmlns:a16="http://schemas.microsoft.com/office/drawing/2014/main" id="{AE655DFE-05AF-416B-BAA5-516C5386D152}"/>
              </a:ext>
            </a:extLst>
          </p:cNvPr>
          <p:cNvGraphicFramePr>
            <a:graphicFrameLocks/>
          </p:cNvGraphicFramePr>
          <p:nvPr/>
        </p:nvGraphicFramePr>
        <p:xfrm>
          <a:off x="733425" y="3355975"/>
          <a:ext cx="366395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7" r:id="rId9" imgW="1776458" imgH="304536" progId="Equation.3">
                  <p:embed/>
                </p:oleObj>
              </mc:Choice>
              <mc:Fallback>
                <p:oleObj r:id="rId9" imgW="1776458" imgH="304536" progId="Equation.3">
                  <p:embed/>
                  <p:pic>
                    <p:nvPicPr>
                      <p:cNvPr id="0" name="对象 461827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425" y="3355975"/>
                        <a:ext cx="3663950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964" name="内容占位符 424963">
            <a:extLst>
              <a:ext uri="{FF2B5EF4-FFF2-40B4-BE49-F238E27FC236}">
                <a16:creationId xmlns:a16="http://schemas.microsoft.com/office/drawing/2014/main" id="{357D2F93-D4B0-414D-8777-9E19412B8A87}"/>
              </a:ext>
            </a:extLst>
          </p:cNvPr>
          <p:cNvGraphicFramePr>
            <a:graphicFrameLocks noGrp="1"/>
          </p:cNvGraphicFramePr>
          <p:nvPr>
            <p:ph sz="quarter" idx="4294967295"/>
          </p:nvPr>
        </p:nvGraphicFramePr>
        <p:xfrm>
          <a:off x="4787900" y="4595813"/>
          <a:ext cx="3240088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8" r:id="rId11" imgW="1828007" imgH="495085" progId="Equation.DSMT4">
                  <p:embed/>
                </p:oleObj>
              </mc:Choice>
              <mc:Fallback>
                <p:oleObj r:id="rId11" imgW="1828007" imgH="495085" progId="Equation.DSMT4">
                  <p:embed/>
                  <p:pic>
                    <p:nvPicPr>
                      <p:cNvPr id="0" name="内容占位符 424963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4595813"/>
                        <a:ext cx="3240088" cy="78422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4985" name="矩形 424984">
            <a:extLst>
              <a:ext uri="{FF2B5EF4-FFF2-40B4-BE49-F238E27FC236}">
                <a16:creationId xmlns:a16="http://schemas.microsoft.com/office/drawing/2014/main" id="{1370F6F5-A2ED-40C7-827D-FADD1E3242F3}"/>
              </a:ext>
            </a:extLst>
          </p:cNvPr>
          <p:cNvSpPr/>
          <p:nvPr/>
        </p:nvSpPr>
        <p:spPr>
          <a:xfrm>
            <a:off x="4787900" y="4186238"/>
            <a:ext cx="2932113" cy="3683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>
              <a:defRPr/>
            </a:pPr>
            <a:r>
              <a:rPr lang="zh-CN" altLang="en-US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角向分布概率密度</a:t>
            </a:r>
          </a:p>
        </p:txBody>
      </p:sp>
      <p:sp>
        <p:nvSpPr>
          <p:cNvPr id="464931" name="矩形 464930">
            <a:extLst>
              <a:ext uri="{FF2B5EF4-FFF2-40B4-BE49-F238E27FC236}">
                <a16:creationId xmlns:a16="http://schemas.microsoft.com/office/drawing/2014/main" id="{F7E6DC6E-1CE5-46CD-B131-FE576FE6DADA}"/>
              </a:ext>
            </a:extLst>
          </p:cNvPr>
          <p:cNvSpPr/>
          <p:nvPr/>
        </p:nvSpPr>
        <p:spPr>
          <a:xfrm>
            <a:off x="706438" y="4186238"/>
            <a:ext cx="2509837" cy="3651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>
              <a:defRPr/>
            </a:pPr>
            <a:r>
              <a:rPr lang="zh-CN" altLang="en-US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径向分布概率密度</a:t>
            </a:r>
            <a:endParaRPr lang="zh-CN" altLang="en-US" sz="3100" noProof="1">
              <a:solidFill>
                <a:srgbClr val="CC3300"/>
              </a:solidFill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graphicFrame>
        <p:nvGraphicFramePr>
          <p:cNvPr id="464932" name="对象 464931">
            <a:extLst>
              <a:ext uri="{FF2B5EF4-FFF2-40B4-BE49-F238E27FC236}">
                <a16:creationId xmlns:a16="http://schemas.microsoft.com/office/drawing/2014/main" id="{EC323D58-2D29-482F-84C0-B1E151C8208E}"/>
              </a:ext>
            </a:extLst>
          </p:cNvPr>
          <p:cNvGraphicFramePr>
            <a:graphicFrameLocks/>
          </p:cNvGraphicFramePr>
          <p:nvPr/>
        </p:nvGraphicFramePr>
        <p:xfrm>
          <a:off x="1065213" y="4595813"/>
          <a:ext cx="3000375" cy="68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9" r:id="rId13" imgW="1662978" imgH="431613" progId="Equation.3">
                  <p:embed/>
                </p:oleObj>
              </mc:Choice>
              <mc:Fallback>
                <p:oleObj r:id="rId13" imgW="1662978" imgH="431613" progId="Equation.3">
                  <p:embed/>
                  <p:pic>
                    <p:nvPicPr>
                      <p:cNvPr id="0" name="对象 464931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5213" y="4595813"/>
                        <a:ext cx="3000375" cy="684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421925">
            <a:extLst>
              <a:ext uri="{FF2B5EF4-FFF2-40B4-BE49-F238E27FC236}">
                <a16:creationId xmlns:a16="http://schemas.microsoft.com/office/drawing/2014/main" id="{EA6FB17F-903A-4118-A256-DC5551B71C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25" y="5489575"/>
            <a:ext cx="268763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sz="2800">
                <a:solidFill>
                  <a:schemeClr val="tx2"/>
                </a:solidFill>
                <a:ea typeface="黑体" panose="02010609060101010101" pitchFamily="49" charset="-122"/>
                <a:sym typeface="宋体" panose="02010600030101010101" pitchFamily="2" charset="-122"/>
              </a:rPr>
              <a:t>玻尔理论：</a:t>
            </a:r>
            <a:r>
              <a:rPr lang="zh-CN" altLang="zh-CN" sz="2800">
                <a:solidFill>
                  <a:schemeClr val="tx2"/>
                </a:solidFill>
                <a:ea typeface="黑体" panose="02010609060101010101" pitchFamily="49" charset="-122"/>
                <a:sym typeface="宋体" panose="02010600030101010101" pitchFamily="2" charset="-122"/>
              </a:rPr>
              <a:t>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1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61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64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464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249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24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1781" grpId="0" animBg="1"/>
      <p:bldP spid="424985" grpId="0" build="p"/>
      <p:bldP spid="464931" grpId="0" build="p"/>
      <p:bldP spid="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3a2c9910-d125-4aa3-ada6-1f1fe5fd2948"/>
  <p:tag name="COMMONDATA" val="eyJoZGlkIjoiZGU0NjBmNDc3YmY3ODNkZjQ5MmJlMjNhNWNhMDZlNzMifQ=="/>
</p:tagLst>
</file>

<file path=ppt/theme/theme1.xml><?xml version="1.0" encoding="utf-8"?>
<a:theme xmlns:a="http://schemas.openxmlformats.org/drawingml/2006/main" name="第六章 热力学基础（三）">
  <a:themeElements>
    <a:clrScheme name="第六章 热力学基础（三）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第六章 热力学基础（三）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第六章 热力学基础（三）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六章 热力学基础（三）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第六章 热力学基础（三）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六章 热力学基础（三）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六章 热力学基础（三）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六章 热力学基础（三）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六章 热力学基础（三）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第六章 热力学基础（三）">
  <a:themeElements>
    <a:clrScheme name="第六章 热力学基础（三）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第六章 热力学基础（三）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第六章 热力学基础（三）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六章 热力学基础（三）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第六章 热力学基础（三）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六章 热力学基础（三）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六章 热力学基础（三）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六章 热力学基础（三）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六章 热力学基础（三）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第六章 热力学基础（三）</Template>
  <TotalTime>0</TotalTime>
  <Words>896</Words>
  <Application>Microsoft Office PowerPoint</Application>
  <PresentationFormat>全屏显示(4:3)</PresentationFormat>
  <Paragraphs>144</Paragraphs>
  <Slides>20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44" baseType="lpstr">
      <vt:lpstr>Arial</vt:lpstr>
      <vt:lpstr>宋体</vt:lpstr>
      <vt:lpstr>Wingdings</vt:lpstr>
      <vt:lpstr>Times New Roman</vt:lpstr>
      <vt:lpstr>楷体_GB2312</vt:lpstr>
      <vt:lpstr>新宋体</vt:lpstr>
      <vt:lpstr>Tahoma</vt:lpstr>
      <vt:lpstr>黑体</vt:lpstr>
      <vt:lpstr>华文楷体</vt:lpstr>
      <vt:lpstr>Symbol</vt:lpstr>
      <vt:lpstr>华文行楷</vt:lpstr>
      <vt:lpstr>Calibri</vt:lpstr>
      <vt:lpstr>华文新魏</vt:lpstr>
      <vt:lpstr>Symbol Set SWA</vt:lpstr>
      <vt:lpstr>Symbol</vt:lpstr>
      <vt:lpstr>+mn-ea</vt:lpstr>
      <vt:lpstr>Segoe Print</vt:lpstr>
      <vt:lpstr>微软雅黑</vt:lpstr>
      <vt:lpstr>Arial Unicode MS</vt:lpstr>
      <vt:lpstr>Wingdings</vt:lpstr>
      <vt:lpstr>第六章 热力学基础（三）</vt:lpstr>
      <vt:lpstr>1_第六章 热力学基础（三）</vt:lpstr>
      <vt:lpstr>Microsoft Equation 3.0</vt:lpstr>
      <vt:lpstr>MathType 6.0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901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zf</dc:creator>
  <cp:lastModifiedBy>Administrator</cp:lastModifiedBy>
  <cp:revision>629</cp:revision>
  <dcterms:created xsi:type="dcterms:W3CDTF">2007-08-02T09:30:00Z</dcterms:created>
  <dcterms:modified xsi:type="dcterms:W3CDTF">2023-11-10T09:31:00Z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2052-11.1.0.13607</vt:lpwstr>
  </property>
  <property fmtid="{D5CDD505-2E9C-101B-9397-08002B2CF9AE}" pid="3" name="ICV">
    <vt:lpwstr>92809DC168484E57900A675A12C37E78</vt:lpwstr>
  </property>
</Properties>
</file>