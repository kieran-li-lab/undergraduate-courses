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1" r:id="rId2"/>
    <p:sldId id="312" r:id="rId3"/>
    <p:sldId id="313" r:id="rId4"/>
    <p:sldId id="314" r:id="rId5"/>
    <p:sldId id="315" r:id="rId6"/>
    <p:sldId id="316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114" d="100"/>
          <a:sy n="114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2024.09.10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3433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2024.09.10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371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2024.09.10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8577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2024.09.10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1131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2024.09.10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3212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2024.09.10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5398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2024.09.10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7416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2024.09.10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335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2024.09.10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7571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2024.09.10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7764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  <a:t>2024.09.10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4730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FFD12C-638E-44F8-991B-885C2AD468ED}" type="datetimeFigureOut">
              <a:rPr lang="zh-CN" altLang="en-US" smtClean="0"/>
              <a:t>2024.09.10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AC97AC-2DA8-46B9-A5A2-BD74F0EF9E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564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b="84746"/>
          <a:stretch/>
        </p:blipFill>
        <p:spPr>
          <a:xfrm>
            <a:off x="227348" y="116632"/>
            <a:ext cx="7017136" cy="324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047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b="47675"/>
          <a:stretch/>
        </p:blipFill>
        <p:spPr>
          <a:xfrm>
            <a:off x="515379" y="224644"/>
            <a:ext cx="5916901" cy="162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11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b="80374"/>
          <a:stretch/>
        </p:blipFill>
        <p:spPr>
          <a:xfrm>
            <a:off x="407368" y="260648"/>
            <a:ext cx="7208884" cy="756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618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b="80282"/>
          <a:stretch/>
        </p:blipFill>
        <p:spPr>
          <a:xfrm>
            <a:off x="659395" y="224644"/>
            <a:ext cx="6041219" cy="504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854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b="78082"/>
          <a:stretch/>
        </p:blipFill>
        <p:spPr>
          <a:xfrm>
            <a:off x="407367" y="116632"/>
            <a:ext cx="6720441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437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b="44444"/>
          <a:stretch/>
        </p:blipFill>
        <p:spPr>
          <a:xfrm>
            <a:off x="515380" y="188640"/>
            <a:ext cx="6515751" cy="108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601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0</Words>
  <Application>Microsoft Office PowerPoint</Application>
  <PresentationFormat>宽屏</PresentationFormat>
  <Paragraphs>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宋体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huang</dc:creator>
  <cp:lastModifiedBy>Administrator</cp:lastModifiedBy>
  <cp:revision>11</cp:revision>
  <dcterms:created xsi:type="dcterms:W3CDTF">2023-07-16T08:01:55Z</dcterms:created>
  <dcterms:modified xsi:type="dcterms:W3CDTF">2024-09-10T02:13:13Z</dcterms:modified>
</cp:coreProperties>
</file>