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55556"/>
          <a:stretch/>
        </p:blipFill>
        <p:spPr>
          <a:xfrm>
            <a:off x="299356" y="188640"/>
            <a:ext cx="946947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0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76378"/>
          <a:stretch/>
        </p:blipFill>
        <p:spPr>
          <a:xfrm>
            <a:off x="767408" y="224644"/>
            <a:ext cx="859740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9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31645"/>
          <a:stretch/>
        </p:blipFill>
        <p:spPr>
          <a:xfrm>
            <a:off x="587387" y="188640"/>
            <a:ext cx="7222911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39770"/>
          <a:stretch/>
        </p:blipFill>
        <p:spPr>
          <a:xfrm>
            <a:off x="443372" y="116632"/>
            <a:ext cx="7596844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0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65714"/>
          <a:stretch/>
        </p:blipFill>
        <p:spPr>
          <a:xfrm>
            <a:off x="875420" y="368660"/>
            <a:ext cx="7024853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2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77778"/>
          <a:stretch/>
        </p:blipFill>
        <p:spPr>
          <a:xfrm>
            <a:off x="479376" y="116632"/>
            <a:ext cx="7368816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54158"/>
          <a:stretch/>
        </p:blipFill>
        <p:spPr>
          <a:xfrm>
            <a:off x="191344" y="0"/>
            <a:ext cx="7482841" cy="9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4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Administrator</cp:lastModifiedBy>
  <cp:revision>4</cp:revision>
  <dcterms:created xsi:type="dcterms:W3CDTF">2023-07-16T08:01:55Z</dcterms:created>
  <dcterms:modified xsi:type="dcterms:W3CDTF">2024-09-10T02:22:40Z</dcterms:modified>
</cp:coreProperties>
</file>