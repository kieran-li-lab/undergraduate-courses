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5" d="100"/>
          <a:sy n="85" d="100"/>
        </p:scale>
        <p:origin x="5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43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7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57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131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21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39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416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33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57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764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730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6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20" y="296652"/>
            <a:ext cx="8125616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07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0"/>
            <a:ext cx="7403434" cy="109951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93" y="908720"/>
            <a:ext cx="7403434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29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12" y="188640"/>
            <a:ext cx="7063160" cy="558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49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52636"/>
            <a:ext cx="8131719" cy="342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16632"/>
            <a:ext cx="6928211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75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92"/>
            <a:ext cx="6870956" cy="489654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64" y="4797152"/>
            <a:ext cx="5213983" cy="166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08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3" y="188640"/>
            <a:ext cx="7199521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35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52636"/>
            <a:ext cx="8053342" cy="370841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25" y="3789040"/>
            <a:ext cx="3924436" cy="76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63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52636"/>
            <a:ext cx="6995711" cy="27003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200" y="167824"/>
            <a:ext cx="2932147" cy="279312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542" y="2960947"/>
            <a:ext cx="7163449" cy="190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02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59" y="80628"/>
            <a:ext cx="6543515" cy="601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82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88" y="80628"/>
            <a:ext cx="6923860" cy="637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814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59" y="152636"/>
            <a:ext cx="7003119" cy="302433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3176972"/>
            <a:ext cx="6877133" cy="274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535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152636"/>
            <a:ext cx="5928426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674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188640"/>
            <a:ext cx="7073044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142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71" y="260648"/>
            <a:ext cx="7147289" cy="212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80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52636"/>
            <a:ext cx="6969619" cy="129614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1448780"/>
            <a:ext cx="5007828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95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7" y="188640"/>
            <a:ext cx="7061179" cy="583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7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4" y="0"/>
            <a:ext cx="6239995" cy="576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75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04" y="332656"/>
            <a:ext cx="7601164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60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662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宽屏</PresentationFormat>
  <Paragraphs>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</dc:creator>
  <cp:lastModifiedBy>huang</cp:lastModifiedBy>
  <cp:revision>5</cp:revision>
  <dcterms:created xsi:type="dcterms:W3CDTF">2023-07-16T08:01:55Z</dcterms:created>
  <dcterms:modified xsi:type="dcterms:W3CDTF">2023-07-16T08:17:35Z</dcterms:modified>
</cp:coreProperties>
</file>