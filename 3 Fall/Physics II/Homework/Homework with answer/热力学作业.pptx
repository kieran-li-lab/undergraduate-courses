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4" r:id="rId7"/>
    <p:sldId id="265" r:id="rId8"/>
    <p:sldId id="267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43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71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57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131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21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39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416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335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57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764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730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6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58824"/>
          <a:stretch/>
        </p:blipFill>
        <p:spPr>
          <a:xfrm>
            <a:off x="875420" y="296652"/>
            <a:ext cx="8125616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07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0"/>
            <a:ext cx="7403434" cy="109951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b="78571"/>
          <a:stretch/>
        </p:blipFill>
        <p:spPr>
          <a:xfrm>
            <a:off x="127393" y="908720"/>
            <a:ext cx="7403434" cy="75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29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68421"/>
          <a:stretch/>
        </p:blipFill>
        <p:spPr>
          <a:xfrm>
            <a:off x="407368" y="152636"/>
            <a:ext cx="8131719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9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16632"/>
            <a:ext cx="6928211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7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3" y="188640"/>
            <a:ext cx="7199521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35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57334"/>
          <a:stretch/>
        </p:blipFill>
        <p:spPr>
          <a:xfrm>
            <a:off x="263352" y="152636"/>
            <a:ext cx="6995711" cy="115212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200" y="167824"/>
            <a:ext cx="2932147" cy="279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02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26946"/>
          <a:stretch/>
        </p:blipFill>
        <p:spPr>
          <a:xfrm>
            <a:off x="335359" y="80628"/>
            <a:ext cx="6543515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821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70238"/>
          <a:stretch/>
        </p:blipFill>
        <p:spPr>
          <a:xfrm>
            <a:off x="335359" y="152636"/>
            <a:ext cx="7003119" cy="9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535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77333"/>
          <a:stretch/>
        </p:blipFill>
        <p:spPr>
          <a:xfrm>
            <a:off x="839416" y="188640"/>
            <a:ext cx="7073044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142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55932"/>
          <a:stretch/>
        </p:blipFill>
        <p:spPr>
          <a:xfrm>
            <a:off x="443371" y="260648"/>
            <a:ext cx="7147289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80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52636"/>
            <a:ext cx="6969619" cy="129614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1448780"/>
            <a:ext cx="5007828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95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宽屏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</dc:creator>
  <cp:lastModifiedBy>Administrator</cp:lastModifiedBy>
  <cp:revision>6</cp:revision>
  <dcterms:created xsi:type="dcterms:W3CDTF">2023-07-16T08:01:55Z</dcterms:created>
  <dcterms:modified xsi:type="dcterms:W3CDTF">2024-09-10T02:21:03Z</dcterms:modified>
</cp:coreProperties>
</file>