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5" d="100"/>
          <a:sy n="85" d="100"/>
        </p:scale>
        <p:origin x="5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015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709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190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466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903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816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271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266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458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099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951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8C9F1-B97E-4201-BC8C-A6143C509E43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1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71664" y="1592796"/>
            <a:ext cx="590465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 </a:t>
            </a:r>
            <a:r>
              <a:rPr lang="en-US" altLang="zh-CN" sz="4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11 </a:t>
            </a:r>
            <a:r>
              <a:rPr lang="zh-CN" altLang="en-US" sz="4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章  </a:t>
            </a:r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振动</a:t>
            </a:r>
            <a:r>
              <a:rPr lang="zh-CN" altLang="en-US" sz="4400" b="1" smtClean="0">
                <a:latin typeface="黑体" panose="02010609060101010101" pitchFamily="49" charset="-122"/>
                <a:ea typeface="黑体" panose="02010609060101010101" pitchFamily="49" charset="-122"/>
              </a:rPr>
              <a:t>学基础 </a:t>
            </a:r>
            <a:endParaRPr lang="en-US" altLang="zh-CN" sz="44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44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4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  作 业 答 案</a:t>
            </a:r>
            <a:endParaRPr lang="zh-CN" altLang="en-US" sz="4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5813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40" y="80628"/>
            <a:ext cx="7624976" cy="97210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75" y="1340768"/>
            <a:ext cx="7306851" cy="413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025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40" y="152636"/>
            <a:ext cx="7389515" cy="57606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196" y="155520"/>
            <a:ext cx="3901432" cy="240938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1268760"/>
            <a:ext cx="7200256" cy="385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894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3" y="116632"/>
            <a:ext cx="7380820" cy="12153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2" y="188640"/>
            <a:ext cx="2849475" cy="320435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69" y="1543146"/>
            <a:ext cx="7104259" cy="6257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169" y="2240868"/>
            <a:ext cx="7148902" cy="313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159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" y="224644"/>
            <a:ext cx="6839691" cy="349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47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52636"/>
            <a:ext cx="7344816" cy="93034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8" y="1232756"/>
            <a:ext cx="7092512" cy="367240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91" y="4910372"/>
            <a:ext cx="5063789" cy="64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48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0"/>
            <a:ext cx="4860540" cy="13974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5" y="1419515"/>
            <a:ext cx="6876764" cy="97458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75" y="2492895"/>
            <a:ext cx="5652629" cy="421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267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16632"/>
            <a:ext cx="6772120" cy="154817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1880828"/>
            <a:ext cx="6639248" cy="126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321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48" y="224644"/>
            <a:ext cx="7435125" cy="61206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72" y="1016732"/>
            <a:ext cx="4774364" cy="154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500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88640"/>
            <a:ext cx="7242870" cy="86409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73" y="1304764"/>
            <a:ext cx="6995795" cy="219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9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55" y="224644"/>
            <a:ext cx="7848873" cy="62707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80" y="1052736"/>
            <a:ext cx="7222926" cy="342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760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11</Words>
  <Application>Microsoft Office PowerPoint</Application>
  <PresentationFormat>宽屏</PresentationFormat>
  <Paragraphs>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黑体</vt:lpstr>
      <vt:lpstr>宋体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huang</dc:creator>
  <cp:lastModifiedBy>huang</cp:lastModifiedBy>
  <cp:revision>30</cp:revision>
  <dcterms:created xsi:type="dcterms:W3CDTF">2023-01-11T02:18:44Z</dcterms:created>
  <dcterms:modified xsi:type="dcterms:W3CDTF">2024-05-28T23:18:49Z</dcterms:modified>
</cp:coreProperties>
</file>